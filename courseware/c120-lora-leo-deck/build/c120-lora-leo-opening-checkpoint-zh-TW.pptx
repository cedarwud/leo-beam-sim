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Owner 已在 2026-08-11 明確解除 checkpoint 後等待，授權直接繼續 full deck。原生 educate 模板、endpoint-first 敘事與 endpoint/system 邊界沿用；release、API、command、code line、browser 與 KPI 尚未凍結的頁面只能使用明示 placeholder。沒有另行授權時仍不 commit、不 push。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
POWER × TIME → ENDPOINT ENERGY → EVIDENCE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E_{\mathit{endpoint}}=\sum_s P_s t_s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同一 scenario / TLE source / clock
CANONICAL SYSTEM
power / consumed J / canonical bit/J
LORA ENDPOINT
policy / queue / packet / state / endpoint J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DO｜做什麼
WHY｜為何做
MECHANISM｜改變哪個 policy / packet / state / energy
EXPECT｜預期哪個 receipt / evidence 改變
INTERPRET｜符合、意外、失敗、最小 recovery
EVIDENCE GAP｜release / command / case / line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
LAB A 21｜LAB B 21｜RECOVERY 5
LAB C 23｜CLINIC 10｜TRANSFER 11
合計 120 分鐘
保護：setup fallback；三個 causal labs 時鐘固定
DRAFT｜OWNER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TW" altLang="en-US" dirty="0" i="0">
                <a:latin typeface="Times New Roman"/>
                <a:ea typeface="標楷體"/>
                <a:cs typeface="Times New Roman"/>
              </a:rPr>
              <a:t>01 敘事｜IoT endpoint first；LEO 只是 changing-window example
02 視覺｜educate.pptx 原生背景與配色
03 邊界｜endpoint ≠ system / canonical
04 生產｜未凍結 evidence 只做明示 placeholder
DECISION｜CONTINUE AUTHORIZED
NEXT｜FULL DECK / NO COMMIT / 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