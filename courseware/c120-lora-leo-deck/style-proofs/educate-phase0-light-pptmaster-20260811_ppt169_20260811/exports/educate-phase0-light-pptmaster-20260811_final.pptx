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  <Relationship Id="rId3" Type="http://schemas.openxmlformats.org/officeDocument/2006/relationships/image" Target="../media/image_f1d583f3297e11f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5-4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5-2 Placeholder"/>
          <p:cNvSpPr>
            <a:spLocks noGrp="1"/>
          </p:cNvSpPr>
          <p:nvPr>
            <p:ph type="title"/>
          </p:nvPr>
        </p:nvSpPr>
        <p:spPr>
          <a:xfrm>
            <a:off x="550354" y="150781"/>
            <a:ext cx="1143847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5-3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8D4E8FB6-AAAB-4325-9B91-3076C559C3BB}" type="slidenum"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575306313"/>
      </p:ext>
    </p:extLst>
  </p:cSld>
  <p:clrMapOvr>
    <a:masterClrMapping/>
  </p:clrMapOvr>
  <p:hf hdr="0" dt="0" ftr="0" sldNum="1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1-1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layout_01-4-1 Layout"/>
          <p:cNvSpPr/>
          <p:nvPr/>
        </p:nvSpPr>
        <p:spPr>
          <a:xfrm>
            <a:off x="1001173" y="2312384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4" name="layout-layout_01-5-1 Layout"/>
          <p:cNvSpPr/>
          <p:nvPr/>
        </p:nvSpPr>
        <p:spPr>
          <a:xfrm>
            <a:off x="683704" y="2844165"/>
            <a:ext cx="1094317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5" name="layout-layout_01-10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6" name="layout-layout_01-11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526"/>
            <a:ext cx="12192000" cy="216218"/>
          </a:xfrm>
          <a:prstGeom prst="rect">
            <a:avLst/>
          </a:prstGeom>
        </p:spPr>
      </p:pic>
      <p:pic>
        <p:nvPicPr>
          <p:cNvPr id="7" name="layout-layout_01-12-1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139" y="0"/>
            <a:ext cx="2265426" cy="323659"/>
          </a:xfrm>
          <a:prstGeom prst="rect">
            <a:avLst/>
          </a:prstGeom>
        </p:spPr>
      </p:pic>
      <p:sp>
        <p:nvSpPr>
          <p:cNvPr id="8" name="slot-layout_01-149508 Placeholder"/>
          <p:cNvSpPr>
            <a:spLocks noGrp="1"/>
          </p:cNvSpPr>
          <p:nvPr>
            <p:ph type="title"/>
          </p:nvPr>
        </p:nvSpPr>
        <p:spPr>
          <a:xfrm>
            <a:off x="1132427" y="1581245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45630" rIns="0" bIns="0" anchor="ctr" anchorCtr="0">
            <a:noAutofit/>
          </a:bodyPr>
          <a:lstStyle>
            <a:lvl1pPr>
              <a:defRPr sz="3200"/>
            </a:lvl1pPr>
          </a:lstStyle>
          <a:p>
            <a:pPr algn="ctr">
              <a:lnSpc>
                <a:spcPts val="3840"/>
              </a:lnSpc>
            </a:pPr>
            <a:r>
              <a:rPr lang="zh-Hant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slot-layout_01-149509 Placeholder"/>
          <p:cNvSpPr>
            <a:spLocks noGrp="1"/>
          </p:cNvSpPr>
          <p:nvPr>
            <p:ph type="subTitle" idx="1"/>
          </p:nvPr>
        </p:nvSpPr>
        <p:spPr>
          <a:xfrm>
            <a:off x="1780127" y="2935796"/>
            <a:ext cx="8534400" cy="1438084"/>
          </a:xfrm>
          <a:prstGeom prst="rect">
            <a:avLst/>
          </a:prstGeom>
          <a:noFill/>
          <a:ln>
            <a:noFill/>
          </a:ln>
        </p:spPr>
        <p:txBody>
          <a:bodyPr wrap="square" lIns="0" tIns="45715" rIns="0" bIns="0" anchor="ctr" anchorCtr="0">
            <a:noAutofit/>
          </a:bodyPr>
          <a:lstStyle>
            <a:lvl1pPr marL="0" indent="0">
              <a:buNone/>
              <a:defRPr sz="2800"/>
            </a:lvl1pPr>
          </a:lstStyle>
          <a:p>
            <a:pPr algn="ctr" marL="0" indent="0">
              <a:buNone/>
            </a:pPr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3907766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02-5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3" name="layout-layout_02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1622"/>
            <a:ext cx="12192000" cy="216218"/>
          </a:xfrm>
          <a:prstGeom prst="rect">
            <a:avLst/>
          </a:prstGeom>
        </p:spPr>
      </p:pic>
      <p:pic>
        <p:nvPicPr>
          <p:cNvPr id="4" name="layout-layout_02-8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  <p:sp>
        <p:nvSpPr>
          <p:cNvPr id="5" name="slot-layout_02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3200"/>
            </a:lvl1pPr>
          </a:lstStyle>
          <a:p>
            <a:pPr algn="l"/>
            <a:r>
              <a:rPr lang="zh-Hant-TW" sz="3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lot-layout_02-3 Placeholder"/>
          <p:cNvSpPr>
            <a:spLocks noGrp="1"/>
          </p:cNvSpPr>
          <p:nvPr>
            <p:ph type="obj" idx="1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slot-layout_02-9 Placeholder"/>
          <p:cNvSpPr>
            <a:spLocks noGrp="1"/>
          </p:cNvSpPr>
          <p:nvPr>
            <p:ph type="obj" idx="10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</p:spTree>
    <p:extLst>
      <p:ext uri="{BB962C8B-B14F-4D97-AF65-F5344CB8AC3E}">
        <p14:creationId val="122579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3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3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3-3 Placeholder"/>
          <p:cNvSpPr>
            <a:spLocks noGrp="1"/>
          </p:cNvSpPr>
          <p:nvPr>
            <p:ph type="obj" idx="1"/>
          </p:nvPr>
        </p:nvSpPr>
        <p:spPr>
          <a:xfrm>
            <a:off x="565118" y="914400"/>
            <a:ext cx="5556218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3-4 Placeholder"/>
          <p:cNvSpPr>
            <a:spLocks noGrp="1"/>
          </p:cNvSpPr>
          <p:nvPr>
            <p:ph type="obj" idx="2"/>
          </p:nvPr>
        </p:nvSpPr>
        <p:spPr>
          <a:xfrm>
            <a:off x="6324600" y="914400"/>
            <a:ext cx="5558409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3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E4A4423-AFEF-4094-8865-076B8EBAD03F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217409375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4-8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4-2 Placeholder"/>
          <p:cNvSpPr>
            <a:spLocks noGrp="1"/>
          </p:cNvSpPr>
          <p:nvPr>
            <p:ph type="title"/>
          </p:nvPr>
        </p:nvSpPr>
        <p:spPr>
          <a:xfrm>
            <a:off x="609600" y="177832"/>
            <a:ext cx="10972800" cy="57569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4-3 Placeholder"/>
          <p:cNvSpPr>
            <a:spLocks noGrp="1"/>
          </p:cNvSpPr>
          <p:nvPr>
            <p:ph type="body" idx="1"/>
          </p:nvPr>
        </p:nvSpPr>
        <p:spPr>
          <a:xfrm>
            <a:off x="609600" y="1535144"/>
            <a:ext cx="5386959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4-4 Placeholder"/>
          <p:cNvSpPr>
            <a:spLocks noGrp="1"/>
          </p:cNvSpPr>
          <p:nvPr>
            <p:ph type="obj" idx="2"/>
          </p:nvPr>
        </p:nvSpPr>
        <p:spPr>
          <a:xfrm>
            <a:off x="609600" y="2174843"/>
            <a:ext cx="5386959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4-5 Placeholder"/>
          <p:cNvSpPr>
            <a:spLocks noGrp="1"/>
          </p:cNvSpPr>
          <p:nvPr>
            <p:ph type="body" idx="3"/>
          </p:nvPr>
        </p:nvSpPr>
        <p:spPr>
          <a:xfrm>
            <a:off x="6193346" y="1535144"/>
            <a:ext cx="5389054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slot-layout_04-6 Placeholder"/>
          <p:cNvSpPr>
            <a:spLocks noGrp="1"/>
          </p:cNvSpPr>
          <p:nvPr>
            <p:ph type="obj" idx="4"/>
          </p:nvPr>
        </p:nvSpPr>
        <p:spPr>
          <a:xfrm>
            <a:off x="6193346" y="2174843"/>
            <a:ext cx="5389054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lot-layout_04-7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F902B60-3E7C-4A82-9799-C1295BA2293A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525060296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6-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6-2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7300A724-A804-43E9-AF11-16CB1B38FCC3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165937704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7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7-2 Placeholder"/>
          <p:cNvSpPr>
            <a:spLocks noGrp="1"/>
          </p:cNvSpPr>
          <p:nvPr>
            <p:ph type="title"/>
          </p:nvPr>
        </p:nvSpPr>
        <p:spPr>
          <a:xfrm>
            <a:off x="609600" y="228600"/>
            <a:ext cx="11356658" cy="505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7-3 Placeholder"/>
          <p:cNvSpPr>
            <a:spLocks noGrp="1"/>
          </p:cNvSpPr>
          <p:nvPr>
            <p:ph type="obj" idx="1"/>
          </p:nvPr>
        </p:nvSpPr>
        <p:spPr>
          <a:xfrm>
            <a:off x="4766691" y="948309"/>
            <a:ext cx="7199471" cy="517788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7-4 Placeholder"/>
          <p:cNvSpPr>
            <a:spLocks noGrp="1"/>
          </p:cNvSpPr>
          <p:nvPr>
            <p:ph type="body" idx="2"/>
          </p:nvPr>
        </p:nvSpPr>
        <p:spPr>
          <a:xfrm>
            <a:off x="609600" y="948309"/>
            <a:ext cx="4011073" cy="5177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630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7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F7A78CE1-3274-4819-83BF-0ABB5AD8F750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268768872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8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8-2 Placeholder"/>
          <p:cNvSpPr>
            <a:spLocks noGrp="1"/>
          </p:cNvSpPr>
          <p:nvPr>
            <p:ph type="title"/>
          </p:nvPr>
        </p:nvSpPr>
        <p:spPr>
          <a:xfrm>
            <a:off x="594741" y="135446"/>
            <a:ext cx="11360182" cy="56673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8-3 Placeholder"/>
          <p:cNvSpPr>
            <a:spLocks noGrp="1"/>
          </p:cNvSpPr>
          <p:nvPr>
            <p:ph type="pic" idx="1"/>
          </p:nvPr>
        </p:nvSpPr>
        <p:spPr>
          <a:xfrm>
            <a:off x="2389727" y="939832"/>
            <a:ext cx="7315200" cy="378780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slot-layout_08-4 Placeholder"/>
          <p:cNvSpPr>
            <a:spLocks noGrp="1"/>
          </p:cNvSpPr>
          <p:nvPr>
            <p:ph type="body" idx="2"/>
          </p:nvPr>
        </p:nvSpPr>
        <p:spPr>
          <a:xfrm>
            <a:off x="2389727" y="5028629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8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7C836964-12F6-4C21-B5A5-54CA442E56DB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448345891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9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9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9-3 Placeholder"/>
          <p:cNvSpPr>
            <a:spLocks noGrp="1"/>
          </p:cNvSpPr>
          <p:nvPr>
            <p:ph type="body" idx="1"/>
          </p:nvPr>
        </p:nvSpPr>
        <p:spPr>
          <a:xfrm>
            <a:off x="565118" y="914400"/>
            <a:ext cx="11417332" cy="51911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9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FD14601-104C-4DED-861D-698474EE7434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074082094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10-1-1 Layout"/>
          <p:cNvSpPr txBox="1"/>
          <p:nvPr/>
        </p:nvSpPr>
        <p:spPr>
          <a:xfrm>
            <a:off x="10430066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</a:t>
            </a:r>
          </a:p>
        </p:txBody>
      </p:sp>
      <p:sp>
        <p:nvSpPr>
          <p:cNvPr id="3" name="layout-layout_10-1-2 Layout"/>
          <p:cNvSpPr txBox="1"/>
          <p:nvPr/>
        </p:nvSpPr>
        <p:spPr>
          <a:xfrm>
            <a:off x="10430066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</a:t>
            </a:r>
          </a:p>
        </p:txBody>
      </p:sp>
      <p:sp>
        <p:nvSpPr>
          <p:cNvPr id="4" name="layout-layout_10-1-3 Layout"/>
          <p:cNvSpPr txBox="1"/>
          <p:nvPr/>
        </p:nvSpPr>
        <p:spPr>
          <a:xfrm>
            <a:off x="10430066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下</a:t>
            </a:r>
          </a:p>
        </p:txBody>
      </p:sp>
      <p:sp>
        <p:nvSpPr>
          <p:cNvPr id="5" name="layout-layout_10-1-4 Layout"/>
          <p:cNvSpPr txBox="1"/>
          <p:nvPr/>
        </p:nvSpPr>
        <p:spPr>
          <a:xfrm>
            <a:off x="10430066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以</a:t>
            </a:r>
          </a:p>
        </p:txBody>
      </p:sp>
      <p:sp>
        <p:nvSpPr>
          <p:cNvPr id="6" name="layout-layout_10-1-5 Layout"/>
          <p:cNvSpPr txBox="1"/>
          <p:nvPr/>
        </p:nvSpPr>
        <p:spPr>
          <a:xfrm>
            <a:off x="10430066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7" name="layout-layout_10-1-6 Layout"/>
          <p:cNvSpPr txBox="1"/>
          <p:nvPr/>
        </p:nvSpPr>
        <p:spPr>
          <a:xfrm>
            <a:off x="10430066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8" name="layout-layout_10-1-7 Layout"/>
          <p:cNvSpPr txBox="1"/>
          <p:nvPr/>
        </p:nvSpPr>
        <p:spPr>
          <a:xfrm>
            <a:off x="10430066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9" name="layout-layout_10-1-8 Layout"/>
          <p:cNvSpPr txBox="1"/>
          <p:nvPr/>
        </p:nvSpPr>
        <p:spPr>
          <a:xfrm>
            <a:off x="10430066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0" name="layout-layout_10-1-9 Layout"/>
          <p:cNvSpPr txBox="1"/>
          <p:nvPr/>
        </p:nvSpPr>
        <p:spPr>
          <a:xfrm>
            <a:off x="10430066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標</a:t>
            </a:r>
          </a:p>
        </p:txBody>
      </p:sp>
      <p:sp>
        <p:nvSpPr>
          <p:cNvPr id="11" name="layout-layout_10-1-10 Layout"/>
          <p:cNvSpPr txBox="1"/>
          <p:nvPr/>
        </p:nvSpPr>
        <p:spPr>
          <a:xfrm>
            <a:off x="10430066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題</a:t>
            </a:r>
          </a:p>
        </p:txBody>
      </p:sp>
      <p:sp>
        <p:nvSpPr>
          <p:cNvPr id="12" name="layout-layout_10-1-11 Layout"/>
          <p:cNvSpPr txBox="1"/>
          <p:nvPr/>
        </p:nvSpPr>
        <p:spPr>
          <a:xfrm>
            <a:off x="10430066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13" name="layout-layout_10-1-12 Layout"/>
          <p:cNvSpPr txBox="1"/>
          <p:nvPr/>
        </p:nvSpPr>
        <p:spPr>
          <a:xfrm>
            <a:off x="10430066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14" name="layout-layout_10-13-1 Layout"/>
          <p:cNvSpPr txBox="1"/>
          <p:nvPr/>
        </p:nvSpPr>
        <p:spPr>
          <a:xfrm>
            <a:off x="4584573" y="11181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15" name="layout-layout_10-13-2 Layout"/>
          <p:cNvSpPr txBox="1"/>
          <p:nvPr/>
        </p:nvSpPr>
        <p:spPr>
          <a:xfrm>
            <a:off x="4584573" y="13581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16" name="layout-layout_10-13-3 Layout"/>
          <p:cNvSpPr txBox="1"/>
          <p:nvPr/>
        </p:nvSpPr>
        <p:spPr>
          <a:xfrm>
            <a:off x="4584573" y="15982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17" name="layout-layout_10-13-4 Layout"/>
          <p:cNvSpPr txBox="1"/>
          <p:nvPr/>
        </p:nvSpPr>
        <p:spPr>
          <a:xfrm>
            <a:off x="4584573" y="18382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8" name="layout-layout_10-13-5 Layout"/>
          <p:cNvSpPr txBox="1"/>
          <p:nvPr/>
        </p:nvSpPr>
        <p:spPr>
          <a:xfrm>
            <a:off x="4584573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文</a:t>
            </a:r>
          </a:p>
        </p:txBody>
      </p:sp>
      <p:sp>
        <p:nvSpPr>
          <p:cNvPr id="19" name="layout-layout_10-13-6 Layout"/>
          <p:cNvSpPr txBox="1"/>
          <p:nvPr/>
        </p:nvSpPr>
        <p:spPr>
          <a:xfrm>
            <a:off x="4584573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字</a:t>
            </a:r>
          </a:p>
        </p:txBody>
      </p:sp>
      <p:sp>
        <p:nvSpPr>
          <p:cNvPr id="20" name="layout-layout_10-13-7 Layout"/>
          <p:cNvSpPr txBox="1"/>
          <p:nvPr/>
        </p:nvSpPr>
        <p:spPr>
          <a:xfrm>
            <a:off x="4584573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21" name="layout-layout_10-13-8 Layout"/>
          <p:cNvSpPr txBox="1"/>
          <p:nvPr/>
        </p:nvSpPr>
        <p:spPr>
          <a:xfrm>
            <a:off x="4584573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22" name="layout-layout_10-13-9 Layout"/>
          <p:cNvSpPr txBox="1"/>
          <p:nvPr/>
        </p:nvSpPr>
        <p:spPr>
          <a:xfrm>
            <a:off x="4584573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3" name="layout-layout_10-13-10 Layout"/>
          <p:cNvSpPr txBox="1"/>
          <p:nvPr/>
        </p:nvSpPr>
        <p:spPr>
          <a:xfrm>
            <a:off x="4584573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二</a:t>
            </a:r>
          </a:p>
        </p:txBody>
      </p:sp>
      <p:sp>
        <p:nvSpPr>
          <p:cNvPr id="24" name="layout-layout_10-13-11 Layout"/>
          <p:cNvSpPr txBox="1"/>
          <p:nvPr/>
        </p:nvSpPr>
        <p:spPr>
          <a:xfrm>
            <a:off x="4584573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5" name="layout-layout_10-13-12 Layout"/>
          <p:cNvSpPr txBox="1"/>
          <p:nvPr/>
        </p:nvSpPr>
        <p:spPr>
          <a:xfrm>
            <a:off x="4584573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6" name="layout-layout_10-13-13 Layout"/>
          <p:cNvSpPr txBox="1"/>
          <p:nvPr/>
        </p:nvSpPr>
        <p:spPr>
          <a:xfrm>
            <a:off x="4584573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</a:t>
            </a:r>
          </a:p>
        </p:txBody>
      </p:sp>
      <p:sp>
        <p:nvSpPr>
          <p:cNvPr id="27" name="layout-layout_10-13-14 Layout"/>
          <p:cNvSpPr txBox="1"/>
          <p:nvPr/>
        </p:nvSpPr>
        <p:spPr>
          <a:xfrm>
            <a:off x="4584573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8" name="layout-layout_10-13-15 Layout"/>
          <p:cNvSpPr txBox="1"/>
          <p:nvPr/>
        </p:nvSpPr>
        <p:spPr>
          <a:xfrm>
            <a:off x="4584573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9" name="layout-layout_10-13-16 Layout"/>
          <p:cNvSpPr txBox="1"/>
          <p:nvPr/>
        </p:nvSpPr>
        <p:spPr>
          <a:xfrm>
            <a:off x="4584573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四</a:t>
            </a:r>
          </a:p>
        </p:txBody>
      </p:sp>
      <p:sp>
        <p:nvSpPr>
          <p:cNvPr id="30" name="layout-layout_10-13-17 Layout"/>
          <p:cNvSpPr txBox="1"/>
          <p:nvPr/>
        </p:nvSpPr>
        <p:spPr>
          <a:xfrm>
            <a:off x="4584573" y="49586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31" name="layout-layout_10-13-18 Layout"/>
          <p:cNvSpPr txBox="1"/>
          <p:nvPr/>
        </p:nvSpPr>
        <p:spPr>
          <a:xfrm>
            <a:off x="4584573" y="519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32" name="layout-layout_10-13-19 Layout"/>
          <p:cNvSpPr txBox="1"/>
          <p:nvPr/>
        </p:nvSpPr>
        <p:spPr>
          <a:xfrm>
            <a:off x="4584573" y="54386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</a:t>
            </a:r>
          </a:p>
        </p:txBody>
      </p:sp>
      <p:sp>
        <p:nvSpPr>
          <p:cNvPr id="33" name="layout-layout_10-13-20 Layout"/>
          <p:cNvSpPr txBox="1"/>
          <p:nvPr/>
        </p:nvSpPr>
        <p:spPr>
          <a:xfrm>
            <a:off x="4584573" y="56787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pic>
        <p:nvPicPr>
          <p:cNvPr id="34" name="layout-layout_10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5" name="slot-layout_10-2 Placeholder"/>
          <p:cNvSpPr>
            <a:spLocks noGrp="1"/>
          </p:cNvSpPr>
          <p:nvPr>
            <p:ph type="title"/>
          </p:nvPr>
        </p:nvSpPr>
        <p:spPr>
          <a:xfrm>
            <a:off x="9139047" y="931354"/>
            <a:ext cx="2842641" cy="5174170"/>
          </a:xfrm>
          <a:prstGeom prst="rect">
            <a:avLst/>
          </a:prstGeom>
          <a:noFill/>
          <a:ln>
            <a:noFill/>
          </a:ln>
        </p:spPr>
        <p:txBody>
          <a:bodyPr wrap="square" lIns="0" tIns="82868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Hant-TW" sz="13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6" name="slot-layout_10-3 Placeholder"/>
          <p:cNvSpPr>
            <a:spLocks noGrp="1"/>
          </p:cNvSpPr>
          <p:nvPr>
            <p:ph type="body" idx="1"/>
          </p:nvPr>
        </p:nvSpPr>
        <p:spPr>
          <a:xfrm>
            <a:off x="550354" y="931354"/>
            <a:ext cx="8329041" cy="51741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7" name="slot-layout_10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34BADAFA-C226-4568-A758-95E208BCF31C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06261756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348d35cd319c6dc6.png"/>
  <Relationship Id="rId14" Type="http://schemas.openxmlformats.org/officeDocument/2006/relationships/image" Target="../media/image_d8687d3449327ee2.png"/>
  <Relationship Id="rId15" Type="http://schemas.openxmlformats.org/officeDocument/2006/relationships/image" Target="../media/image_f1d583f3297e11fb.png"/>
  <Relationship Id="rId16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4.xml"/>
  <Relationship Id="rId19" Type="http://schemas.openxmlformats.org/officeDocument/2006/relationships/slideLayout" Target="../slideLayouts/slideLayout15.xml"/>
  <Relationship Id="rId20" Type="http://schemas.openxmlformats.org/officeDocument/2006/relationships/slideLayout" Target="../slideLayouts/slideLayout16.xml"/>
  <Relationship Id="rId21" Type="http://schemas.openxmlformats.org/officeDocument/2006/relationships/slideLayout" Target="../slideLayouts/slideLayout17.xml"/>
  <Relationship Id="rId22" Type="http://schemas.openxmlformats.org/officeDocument/2006/relationships/slideLayout" Target="../slideLayouts/slideLayout18.xml"/>
  <Relationship Id="rId23" Type="http://schemas.openxmlformats.org/officeDocument/2006/relationships/slideLayout" Target="../slideLayouts/slideLayout19.xml"/>
  <Relationship Id="rId24" Type="http://schemas.openxmlformats.org/officeDocument/2006/relationships/slideLayout" Target="../slideLayouts/slideLayout20.xml"/>
  <Relationship Id="rId25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lideMaster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master_01-3-1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ster-master_01-1028-1 Master"/>
          <p:cNvSpPr/>
          <p:nvPr/>
        </p:nvSpPr>
        <p:spPr>
          <a:xfrm>
            <a:off x="425482" y="252412"/>
            <a:ext cx="0" cy="692182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4" name="master-master_01-1029-1 Master"/>
          <p:cNvSpPr/>
          <p:nvPr/>
        </p:nvSpPr>
        <p:spPr>
          <a:xfrm>
            <a:off x="209550" y="784193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5" name="master-master_01-1030-1 Master"/>
          <p:cNvSpPr/>
          <p:nvPr/>
        </p:nvSpPr>
        <p:spPr>
          <a:xfrm>
            <a:off x="209550" y="6240494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pic>
        <p:nvPicPr>
          <p:cNvPr id="6" name="master-master_01-2-1 M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pic>
        <p:nvPicPr>
          <p:cNvPr id="7" name="master-master_01-4-1 Mast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8392157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一個策略選擇，如何變成可核對的端點能量？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066800"/>
            <a:ext cx="2400986" cy="3886200"/>
            <a:chOff x="657225" y="1066800"/>
            <a:chExt cx="2400986" cy="3886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2381250" cy="3886200"/>
            </a:xfrm>
            <a:prstGeom prst="roundRect">
              <a:avLst>
                <a:gd name="adj" fmla="val 96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7725" y="1276350"/>
              <a:ext cx="121920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7226" y="1333500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MECH · 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158" y="1826895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只改一個地方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492" y="231171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A9EEF3"/>
                  </a:solidFill>
                  <a:latin typeface="Times New Roman"/>
                  <a:ea typeface="Times New Roman"/>
                  <a:cs typeface="Times New Roman"/>
                </a:rPr>
                <a:t>REST_DURING_GAP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6860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47725" y="2943225"/>
              <a:ext cx="914400" cy="590550"/>
            </a:xfrm>
            <a:prstGeom prst="roundRect">
              <a:avLst>
                <a:gd name="adj" fmla="val 25806"/>
              </a:avLst>
            </a:prstGeom>
            <a:solidFill>
              <a:srgbClr val="E9F7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840" y="3071812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895475" y="2943225"/>
              <a:ext cx="914400" cy="590550"/>
            </a:xfrm>
            <a:prstGeom prst="roundRect">
              <a:avLst>
                <a:gd name="adj" fmla="val 25806"/>
              </a:avLst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80175" y="3071812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730" y="3781425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同一個情境、只換選擇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730" y="4095750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方向先當假設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730" y="441007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證據決定結論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1083" y="1150620"/>
            <a:ext cx="8325231" cy="2857500"/>
            <a:chOff x="3331083" y="1150620"/>
            <a:chExt cx="8325231" cy="2857500"/>
          </a:xfrm>
        </p:grpSpPr>
        <p:sp>
          <p:nvSpPr>
            <p:cNvPr id="26" name="TextBox 26"/>
            <p:cNvSpPr txBox="1"/>
            <p:nvPr/>
          </p:nvSpPr>
          <p:spPr>
            <a:xfrm>
              <a:off x="3331083" y="1150620"/>
              <a:ext cx="5401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狀態與事件，是策略通往證據的橋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43275" y="1733550"/>
              <a:ext cx="1200150" cy="590550"/>
            </a:xfrm>
            <a:prstGeom prst="roundRect">
              <a:avLst>
                <a:gd name="adj" fmla="val 29032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3265" y="1862138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43275" y="2552700"/>
              <a:ext cx="1200150" cy="590550"/>
            </a:xfrm>
            <a:prstGeom prst="roundRect">
              <a:avLst>
                <a:gd name="adj" fmla="val 29032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70850" y="2681288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43425" y="2028825"/>
              <a:ext cx="352425" cy="23812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4543425" y="2609850"/>
              <a:ext cx="352425" cy="23812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991100" y="1952625"/>
              <a:ext cx="1657350" cy="990600"/>
            </a:xfrm>
            <a:prstGeom prst="roundRect">
              <a:avLst>
                <a:gd name="adj" fmla="val 21154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36261" y="2147888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狀態時間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1041" y="2524125"/>
              <a:ext cx="1077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+ WAKE ?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48450" y="2447925"/>
              <a:ext cx="314325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67550" y="1952625"/>
              <a:ext cx="1504950" cy="990600"/>
            </a:xfrm>
            <a:prstGeom prst="roundRect">
              <a:avLst>
                <a:gd name="adj" fmla="val 21154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43287" y="2262188"/>
              <a:ext cx="17534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功率 × 時間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572500" y="2447925"/>
              <a:ext cx="26670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43975" y="1952625"/>
              <a:ext cx="1143000" cy="990600"/>
            </a:xfrm>
            <a:prstGeom prst="roundRect">
              <a:avLst>
                <a:gd name="adj" fmla="val 21154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5133" y="2162175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1608" y="2440967"/>
              <a:ext cx="30773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8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0086975" y="2447925"/>
              <a:ext cx="17145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363200" y="1952625"/>
              <a:ext cx="1219200" cy="990600"/>
            </a:xfrm>
            <a:prstGeom prst="roundRect">
              <a:avLst>
                <a:gd name="adj" fmla="val 21154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89286" y="213836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服務先判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81132" y="25146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verdict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35655" y="3381375"/>
              <a:ext cx="4420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= awake idle；下一次決策不需 WAKE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35655" y="3714750"/>
              <a:ext cx="6982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= low-power rest；下一次 active 多 WAKE energy + latency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228975" y="4572000"/>
            <a:ext cx="8448675" cy="609600"/>
            <a:chOff x="3228975" y="4572000"/>
            <a:chExt cx="8448675" cy="609600"/>
          </a:xfrm>
        </p:grpSpPr>
        <p:sp>
          <p:nvSpPr>
            <p:cNvPr id="50" name="Rectangle 50"/>
            <p:cNvSpPr/>
            <p:nvPr/>
          </p:nvSpPr>
          <p:spPr>
            <a:xfrm>
              <a:off x="3228975" y="4572000"/>
              <a:ext cx="8448675" cy="609600"/>
            </a:xfrm>
            <a:prstGeom prst="roundRect">
              <a:avLst>
                <a:gd name="adj" fmla="val 28125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228975" y="4572000"/>
              <a:ext cx="114300" cy="609600"/>
            </a:xfrm>
            <a:prstGeom prst="roundRect">
              <a:avLst>
                <a:gd name="adj" fmla="val 50000"/>
              </a:avLst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534918" y="4774882"/>
              <a:ext cx="7077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判讀順序：service / deadline / freshness → endpoint energy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7225" y="5314950"/>
            <a:ext cx="11020425" cy="495300"/>
            <a:chOff x="657225" y="5314950"/>
            <a:chExt cx="11020425" cy="495300"/>
          </a:xfrm>
        </p:grpSpPr>
        <p:sp>
          <p:nvSpPr>
            <p:cNvPr id="54" name="Rectangle 54"/>
            <p:cNvSpPr/>
            <p:nvPr/>
          </p:nvSpPr>
          <p:spPr>
            <a:xfrm>
              <a:off x="657225" y="5314950"/>
              <a:ext cx="11020425" cy="495300"/>
            </a:xfrm>
            <a:prstGeom prst="roundRect">
              <a:avLst>
                <a:gd name="adj" fmla="val 30769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38200" y="5467350"/>
              <a:ext cx="190500" cy="19050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54430" y="5467350"/>
              <a:ext cx="514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Null evidence change = consequential gate FAIL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5630" y="5467350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只有動畫變化，不算策略造成後果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883044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短窗口決策：服務、佇列與能量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57225" y="1066800"/>
            <a:ext cx="2266950" cy="4267200"/>
            <a:chOff x="657225" y="1066800"/>
            <a:chExt cx="2266950" cy="4267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2266950" cy="4267200"/>
            </a:xfrm>
            <a:prstGeom prst="roundRect">
              <a:avLst>
                <a:gd name="adj" fmla="val 10084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7725" y="1276350"/>
              <a:ext cx="12192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815" y="1333500"/>
              <a:ext cx="1457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DECIDE · 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158" y="181737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只改一個值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7725" y="2362200"/>
              <a:ext cx="1885950" cy="666750"/>
            </a:xfrm>
            <a:prstGeom prst="roundRect">
              <a:avLst>
                <a:gd name="adj" fmla="val 2571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41162" y="2492692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BATCH_SIZE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6360" y="27241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批次大小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71066" y="3133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7725" y="3486150"/>
              <a:ext cx="1885950" cy="666750"/>
            </a:xfrm>
            <a:prstGeom prst="roundRect">
              <a:avLst>
                <a:gd name="adj" fmla="val 2571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0037" y="3616642"/>
              <a:ext cx="2021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URGENT_MARGIN_S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9680" y="3848100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緊急提前量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95350" y="440055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7730" y="4505325"/>
              <a:ext cx="1291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 mission</a:t>
              </a:r>
              <a:br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contract 不變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492" y="5054918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A9BCD0"/>
                  </a:solidFill>
                  <a:latin typeface="Times New Roman"/>
                  <a:ea typeface="Times New Roman"/>
                  <a:cs typeface="Times New Roman"/>
                </a:rPr>
                <a:t>batching vs urgency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217545" y="1138238"/>
            <a:ext cx="5079022" cy="4062412"/>
            <a:chOff x="3217545" y="1138238"/>
            <a:chExt cx="5079022" cy="4062412"/>
          </a:xfrm>
        </p:grpSpPr>
        <p:sp>
          <p:nvSpPr>
            <p:cNvPr id="27" name="TextBox 27"/>
            <p:cNvSpPr txBox="1"/>
            <p:nvPr/>
          </p:nvSpPr>
          <p:spPr>
            <a:xfrm>
              <a:off x="3217545" y="1138238"/>
              <a:ext cx="31648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服務條件先選 action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28975" y="15811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352800" y="1714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23845" y="17687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7130" y="1752600"/>
              <a:ext cx="2001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CONTACT OPEN?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14925" y="18478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79542" y="160686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76975" y="16002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0183" y="1752600"/>
              <a:ext cx="763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171950" y="21145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69867" y="212121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28975" y="23812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352800" y="2514600"/>
              <a:ext cx="266700" cy="26670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23845" y="25688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07130" y="2552700"/>
              <a:ext cx="1593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URGENT DUE?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114925" y="26479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50967" y="24069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76975" y="24003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1327" y="2552700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SEND_URGENT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171950" y="29146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269867" y="292131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228975" y="31813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352800" y="33147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23845" y="33689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07130" y="3352800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PACING GAP?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114925" y="34480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50967" y="32070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76975" y="32004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1327" y="3352800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 / SLEEP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4171950" y="37147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69867" y="372141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28975" y="39814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352800" y="4114800"/>
              <a:ext cx="266700" cy="266700"/>
            </a:xfrm>
            <a:prstGeom prst="ellipse">
              <a:avLst/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23845" y="4169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07130" y="4152900"/>
              <a:ext cx="202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QUALITY READY?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5114925" y="42481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50967" y="40071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76975" y="40005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67134" y="4169092"/>
              <a:ext cx="2229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FLUSH_BATCH / ONE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4171950" y="4514850"/>
              <a:ext cx="1" cy="20955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269867" y="4531042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228975" y="4800600"/>
              <a:ext cx="1885950" cy="400050"/>
            </a:xfrm>
            <a:prstGeom prst="roundRect">
              <a:avLst>
                <a:gd name="adj" fmla="val 33333"/>
              </a:avLst>
            </a:prstGeom>
            <a:solidFill>
              <a:srgbClr val="E9F7F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871893" y="4905375"/>
              <a:ext cx="600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639175" y="1066800"/>
            <a:ext cx="3038475" cy="4267200"/>
            <a:chOff x="8639175" y="1066800"/>
            <a:chExt cx="3038475" cy="4267200"/>
          </a:xfrm>
        </p:grpSpPr>
        <p:sp>
          <p:nvSpPr>
            <p:cNvPr id="71" name="Rectangle 71"/>
            <p:cNvSpPr/>
            <p:nvPr/>
          </p:nvSpPr>
          <p:spPr>
            <a:xfrm>
              <a:off x="8639175" y="1066800"/>
              <a:ext cx="3038475" cy="4267200"/>
            </a:xfrm>
            <a:prstGeom prst="roundRect">
              <a:avLst>
                <a:gd name="adj" fmla="val 7524"/>
              </a:avLst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848725" y="1276350"/>
              <a:ext cx="14478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60492" y="1333500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EVIDENCE GATE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37295" y="1728788"/>
              <a:ext cx="10309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先凍結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848725" y="2209800"/>
              <a:ext cx="1123950" cy="342900"/>
            </a:xfrm>
            <a:prstGeom prst="roundRect">
              <a:avLst>
                <a:gd name="adj" fmla="val 38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29395" y="22926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baseline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9972675" y="2381250"/>
              <a:ext cx="20002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277475" y="2209800"/>
              <a:ext cx="1190625" cy="342900"/>
            </a:xfrm>
            <a:prstGeom prst="roundRect">
              <a:avLst>
                <a:gd name="adj" fmla="val 38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414673" y="229266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10872788" y="2552700"/>
              <a:ext cx="1" cy="180975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848725" y="2819400"/>
              <a:ext cx="2619375" cy="381000"/>
            </a:xfrm>
            <a:prstGeom prst="roundRect">
              <a:avLst>
                <a:gd name="adj" fmla="val 375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45791" y="2921318"/>
              <a:ext cx="2625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evidence-based revision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10158412" y="3200400"/>
              <a:ext cx="1" cy="161925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848725" y="3448050"/>
              <a:ext cx="1162050" cy="40005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73274" y="3552825"/>
              <a:ext cx="91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FREEZE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10775" y="3648075"/>
              <a:ext cx="190500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306050" y="3448050"/>
              <a:ext cx="1162050" cy="400050"/>
            </a:xfrm>
            <a:prstGeom prst="roundRect">
              <a:avLst>
                <a:gd name="adj" fmla="val 35714"/>
              </a:avLst>
            </a:prstGeom>
            <a:solidFill>
              <a:schemeClr val="lt1"/>
            </a:solidFill>
            <a:ln w="19050">
              <a:solidFill>
                <a:srgbClr val="EA6A5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466885" y="3569018"/>
              <a:ext cx="840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withheld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848725" y="40671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CBBDE3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841867" y="417861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61017" y="417861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deadline / freshness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841867" y="4454842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46767" y="4454842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queue / retry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841867" y="4731068"/>
              <a:ext cx="687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STATE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441942" y="4731068"/>
              <a:ext cx="970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wake / TX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41867" y="5007292"/>
              <a:ext cx="82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ENERGY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32442" y="5007292"/>
              <a:ext cx="996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endpoint J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57225" y="5467350"/>
            <a:ext cx="11020425" cy="379095"/>
            <a:chOff x="657225" y="5467350"/>
            <a:chExt cx="11020425" cy="379095"/>
          </a:xfrm>
        </p:grpSpPr>
        <p:sp>
          <p:nvSpPr>
            <p:cNvPr id="99" name="Rectangle 99"/>
            <p:cNvSpPr/>
            <p:nvPr/>
          </p:nvSpPr>
          <p:spPr>
            <a:xfrm>
              <a:off x="657225" y="5467350"/>
              <a:ext cx="11020425" cy="361950"/>
            </a:xfrm>
            <a:prstGeom prst="roundRect">
              <a:avLst>
                <a:gd name="adj" fmla="val 39474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2708386" y="5553075"/>
              <a:ext cx="6918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服務失敗不得用 bit/J 蓋過；FREEZE 後的 withheld 不再 retune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102" name="TextBox 102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046673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能量變好，不等於系統成功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066800"/>
            <a:ext cx="3429000" cy="4267200"/>
            <a:chOff x="657225" y="1066800"/>
            <a:chExt cx="3429000" cy="4267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3429000" cy="4267200"/>
            </a:xfrm>
            <a:prstGeom prst="roundRect">
              <a:avLst>
                <a:gd name="adj" fmla="val 722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276350"/>
              <a:ext cx="1200150" cy="304800"/>
            </a:xfrm>
            <a:prstGeom prst="roundRect">
              <a:avLst>
                <a:gd name="adj" fmla="val 50000"/>
              </a:avLst>
            </a:prstGeom>
            <a:solidFill>
              <a:srgbClr val="F4B9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946" y="1333500"/>
              <a:ext cx="1361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CLAIM ·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1127" y="1783742"/>
              <a:ext cx="252725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8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Prediction 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1127" y="2221892"/>
              <a:ext cx="134946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800" b="1" dirty="0">
                  <a:solidFill>
                    <a:srgbClr val="F4B942"/>
                  </a:solidFill>
                  <a:latin typeface="Times New Roman"/>
                  <a:ea typeface="Times New Roman"/>
                  <a:cs typeface="Times New Roman"/>
                </a:rPr>
                <a:t>Saving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8003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3158" y="301752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先通過服務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3158" y="34270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再談能量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009900" y="3067050"/>
              <a:ext cx="819150" cy="8191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90251" y="3307742"/>
              <a:ext cx="258448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8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≠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6775" y="4114800"/>
              <a:ext cx="3009900" cy="762000"/>
            </a:xfrm>
            <a:prstGeom prst="roundRect">
              <a:avLst>
                <a:gd name="adj" fmla="val 22500"/>
              </a:avLst>
            </a:prstGeom>
            <a:solidFill>
              <a:srgbClr val="25335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1555" y="4257675"/>
              <a:ext cx="1524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EEF3"/>
                  </a:solidFill>
                  <a:latin typeface="Times New Roman"/>
                  <a:ea typeface="Times New Roman"/>
                  <a:cs typeface="Times New Roman"/>
                </a:rPr>
                <a:t>endpoint bit/J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1555" y="4543425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只在同一 boundary 比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59783" y="1150620"/>
            <a:ext cx="7317867" cy="2076450"/>
            <a:chOff x="4359783" y="1150620"/>
            <a:chExt cx="7317867" cy="2076450"/>
          </a:xfrm>
        </p:grpSpPr>
        <p:sp>
          <p:nvSpPr>
            <p:cNvPr id="26" name="TextBox 26"/>
            <p:cNvSpPr txBox="1"/>
            <p:nvPr/>
          </p:nvSpPr>
          <p:spPr>
            <a:xfrm>
              <a:off x="4359783" y="115062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證據鏈不能跳步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71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06822" y="1892618"/>
              <a:ext cx="96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IDENTITY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7438" y="21907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同情境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5696" y="2458402"/>
              <a:ext cx="1130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scenario / seed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610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95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67547" y="189261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9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服務門檻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27293" y="2458402"/>
              <a:ext cx="117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deadline / fresh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134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19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07924" y="1892618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83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機制證據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171" y="2458402"/>
              <a:ext cx="1003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queue / state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658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43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19682" y="1892618"/>
              <a:ext cx="1286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J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07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能量分解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27566" y="2458402"/>
              <a:ext cx="1071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same boundary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0182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467975" y="1676400"/>
              <a:ext cx="1209675" cy="990600"/>
            </a:xfrm>
            <a:prstGeom prst="roundRect">
              <a:avLst>
                <a:gd name="adj" fmla="val 19231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735433" y="1892618"/>
              <a:ext cx="67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6D4C9B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7136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有界結論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71696" y="2458402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conditional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4355" y="2933700"/>
              <a:ext cx="653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 scenario / policy / case / seed / freeze，才有資格比較下一步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276725" y="3638550"/>
            <a:ext cx="7400925" cy="1695450"/>
            <a:chOff x="4276725" y="3638550"/>
            <a:chExt cx="7400925" cy="1695450"/>
          </a:xfrm>
        </p:grpSpPr>
        <p:sp>
          <p:nvSpPr>
            <p:cNvPr id="53" name="Rectangle 53"/>
            <p:cNvSpPr/>
            <p:nvPr/>
          </p:nvSpPr>
          <p:spPr>
            <a:xfrm>
              <a:off x="4276725" y="3638550"/>
              <a:ext cx="7400925" cy="1695450"/>
            </a:xfrm>
            <a:prstGeom prst="roundRect">
              <a:avLst>
                <a:gd name="adj" fmla="val 1348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276725" y="3638550"/>
              <a:ext cx="114300" cy="1695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02480" y="3800475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可辯護的結論句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2480" y="4124325"/>
              <a:ext cx="36442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 scenario / policy / case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endpoint energy boundary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mechanism → evidence → service verdict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只提出 conditional claim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572500" y="3867150"/>
              <a:ext cx="1295400" cy="400050"/>
            </a:xfrm>
            <a:prstGeom prst="roundRect">
              <a:avLst>
                <a:gd name="adj" fmla="val 35714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25749" y="3988118"/>
              <a:ext cx="1188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COMPLETE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010775" y="3867150"/>
              <a:ext cx="1457325" cy="400050"/>
            </a:xfrm>
            <a:prstGeom prst="roundRect">
              <a:avLst>
                <a:gd name="adj" fmla="val 35714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040933" y="3988118"/>
              <a:ext cx="1397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INCOMPLETE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26856" y="4407218"/>
              <a:ext cx="1386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identity match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92474" y="4407218"/>
              <a:ext cx="1693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identity mismatch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27669" y="4673918"/>
              <a:ext cx="1185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 pass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94912" y="4673918"/>
              <a:ext cx="1089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service fail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56472" y="494061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trace found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98900" y="4940618"/>
              <a:ext cx="1281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trace missing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57225" y="5467350"/>
            <a:ext cx="11020425" cy="379095"/>
            <a:chOff x="657225" y="5467350"/>
            <a:chExt cx="11020425" cy="379095"/>
          </a:xfrm>
        </p:grpSpPr>
        <p:sp>
          <p:nvSpPr>
            <p:cNvPr id="68" name="Rectangle 68"/>
            <p:cNvSpPr/>
            <p:nvPr/>
          </p:nvSpPr>
          <p:spPr>
            <a:xfrm>
              <a:off x="657225" y="5467350"/>
              <a:ext cx="11020425" cy="361950"/>
            </a:xfrm>
            <a:prstGeom prst="roundRect">
              <a:avLst>
                <a:gd name="adj" fmla="val 39474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9665" y="5553075"/>
              <a:ext cx="10495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匯入或 replay identity 失敗：保留 prior state / same-scenario fallback；不可捏造 KPI 或完成狀態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223B"/>
      </a:dk1>
      <a:lt1>
        <a:srgbClr val="FFFFFF"/>
      </a:lt1>
      <a:dk2>
        <a:srgbClr val="1F497D"/>
      </a:dk2>
      <a:lt2>
        <a:srgbClr val="FFFFFF"/>
      </a:lt2>
      <a:accent1>
        <a:srgbClr val="35377F"/>
      </a:accent1>
      <a:accent2>
        <a:srgbClr val="28B8C7"/>
      </a:accent2>
      <a:accent3>
        <a:srgbClr val="9B79D0"/>
      </a:accent3>
      <a:accent4>
        <a:srgbClr val="35377F"/>
      </a:accent4>
      <a:accent5>
        <a:srgbClr val="F4F7FB"/>
      </a:accent5>
      <a:accent6>
        <a:srgbClr val="17223B"/>
      </a:accent6>
      <a:hlink>
        <a:srgbClr val="28B8C7"/>
      </a:hlink>
      <a:folHlink>
        <a:srgbClr val="9B79D0"/>
      </a:folHlink>
    </a:clrScheme>
    <a:fontScheme name="PPT Master">
      <a:maj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2026-08-11T12:44:37Z</dcterms:created>
  <dcterms:modified xsi:type="dcterms:W3CDTF">2026-08-11T12:44:37Z</dcterms:modified>
  <cp:category/>
  <cp:contentStatus/>
</cp:coreProperties>
</file>