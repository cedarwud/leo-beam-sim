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348d35cd319c6dc6.png"/>
  <Relationship Id="rId3" Type="http://schemas.openxmlformats.org/officeDocument/2006/relationships/image" Target="../media/image_d8687d3449327ee2.png"/>
  <Relationship Id="rId4" Type="http://schemas.openxmlformats.org/officeDocument/2006/relationships/image" Target="../media/image_f1d583f3297e11fb.png"/>
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  <Relationship Id="rId3" Type="http://schemas.openxmlformats.org/officeDocument/2006/relationships/image" Target="../media/image_f1d583f3297e11fb.png"/>
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5-4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5-2 Placeholder"/>
          <p:cNvSpPr>
            <a:spLocks noGrp="1"/>
          </p:cNvSpPr>
          <p:nvPr>
            <p:ph type="title"/>
          </p:nvPr>
        </p:nvSpPr>
        <p:spPr>
          <a:xfrm>
            <a:off x="550354" y="150781"/>
            <a:ext cx="11438477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800"/>
            </a:lvl1pPr>
          </a:lstStyle>
          <a:p>
            <a:pPr algn="l"/>
            <a:r>
              <a:rPr lang="zh-Hant-TW" sz="2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5-3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r"/>
            <a:fld id="{0FA7A3DC-2AA4-42F3-83F9-56BA2E6514A7}" type="slidenum">
              <a:rPr lang="zh-Hant-TW" sz="10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986637278"/>
      </p:ext>
    </p:extLst>
  </p:cSld>
  <p:clrMapOvr>
    <a:masterClrMapping/>
  </p:clrMapOvr>
  <p:hf hdr="0" dt="0" ftr="0" sldNum="1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0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1-13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layout-layout_01-4-1 Layout"/>
          <p:cNvSpPr/>
          <p:nvPr/>
        </p:nvSpPr>
        <p:spPr>
          <a:xfrm>
            <a:off x="1001173" y="2312384"/>
            <a:ext cx="0" cy="76200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</a:ln>
        </p:spPr>
      </p:sp>
      <p:sp>
        <p:nvSpPr>
          <p:cNvPr id="4" name="layout-layout_01-5-1 Layout"/>
          <p:cNvSpPr/>
          <p:nvPr/>
        </p:nvSpPr>
        <p:spPr>
          <a:xfrm>
            <a:off x="683704" y="2844165"/>
            <a:ext cx="10943177" cy="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</a:ln>
        </p:spPr>
      </p:sp>
      <p:sp>
        <p:nvSpPr>
          <p:cNvPr id="5" name="layout-layout_01-10-1 Layout"/>
          <p:cNvSpPr txBox="1"/>
          <p:nvPr/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131355" rIns="91440" bIns="0" anchor="t" anchorCtr="0">
            <a:noAutofit/>
          </a:bodyPr>
          <a:lstStyle/>
          <a:p>
            <a:pPr algn="r"/>
            <a:r>
              <a:rPr lang="zh-Hant-TW" sz="14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‹#›</a:t>
            </a:r>
          </a:p>
        </p:txBody>
      </p:sp>
      <p:pic>
        <p:nvPicPr>
          <p:cNvPr id="6" name="layout-layout_01-11-1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13526"/>
            <a:ext cx="12192000" cy="216218"/>
          </a:xfrm>
          <a:prstGeom prst="rect">
            <a:avLst/>
          </a:prstGeom>
        </p:spPr>
      </p:pic>
      <p:pic>
        <p:nvPicPr>
          <p:cNvPr id="7" name="layout-layout_01-12-1 Layo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139" y="0"/>
            <a:ext cx="2265426" cy="323659"/>
          </a:xfrm>
          <a:prstGeom prst="rect">
            <a:avLst/>
          </a:prstGeom>
        </p:spPr>
      </p:pic>
      <p:sp>
        <p:nvSpPr>
          <p:cNvPr id="8" name="slot-layout_01-149508 Placeholder"/>
          <p:cNvSpPr>
            <a:spLocks noGrp="1"/>
          </p:cNvSpPr>
          <p:nvPr>
            <p:ph type="title"/>
          </p:nvPr>
        </p:nvSpPr>
        <p:spPr>
          <a:xfrm>
            <a:off x="1132427" y="1581245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45630" rIns="0" bIns="0" anchor="ctr" anchorCtr="0">
            <a:noAutofit/>
          </a:bodyPr>
          <a:lstStyle>
            <a:lvl1pPr>
              <a:defRPr sz="3200"/>
            </a:lvl1pPr>
          </a:lstStyle>
          <a:p>
            <a:pPr algn="ctr">
              <a:lnSpc>
                <a:spcPts val="3840"/>
              </a:lnSpc>
            </a:pPr>
            <a:r>
              <a:rPr lang="zh-Hant-TW" sz="3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slot-layout_01-149509 Placeholder"/>
          <p:cNvSpPr>
            <a:spLocks noGrp="1"/>
          </p:cNvSpPr>
          <p:nvPr>
            <p:ph type="subTitle" idx="1"/>
          </p:nvPr>
        </p:nvSpPr>
        <p:spPr>
          <a:xfrm>
            <a:off x="1780127" y="2935796"/>
            <a:ext cx="8534400" cy="1438084"/>
          </a:xfrm>
          <a:prstGeom prst="rect">
            <a:avLst/>
          </a:prstGeom>
          <a:noFill/>
          <a:ln>
            <a:noFill/>
          </a:ln>
        </p:spPr>
        <p:txBody>
          <a:bodyPr wrap="square" lIns="0" tIns="45715" rIns="0" bIns="0" anchor="ctr" anchorCtr="0">
            <a:noAutofit/>
          </a:bodyPr>
          <a:lstStyle>
            <a:lvl1pPr marL="0" indent="0">
              <a:buNone/>
              <a:defRPr sz="2800"/>
            </a:lvl1pPr>
          </a:lstStyle>
          <a:p>
            <a:pPr algn="ctr" marL="0" indent="0">
              <a:buNone/>
            </a:pPr>
            <a:r>
              <a:rPr lang="zh-Hant-TW" sz="2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</p:spTree>
    <p:extLst>
      <p:ext uri="{BB962C8B-B14F-4D97-AF65-F5344CB8AC3E}">
        <p14:creationId val="160230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layout_02-5-1 Layout"/>
          <p:cNvSpPr txBox="1"/>
          <p:nvPr/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131355" rIns="91440" bIns="0" anchor="t" anchorCtr="0">
            <a:noAutofit/>
          </a:bodyPr>
          <a:lstStyle/>
          <a:p>
            <a:pPr algn="r"/>
            <a:r>
              <a:rPr lang="zh-Hant-TW" sz="14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‹#›</a:t>
            </a:r>
          </a:p>
        </p:txBody>
      </p:sp>
      <p:pic>
        <p:nvPicPr>
          <p:cNvPr id="3" name="layout-layout_02-6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21622"/>
            <a:ext cx="12192000" cy="216218"/>
          </a:xfrm>
          <a:prstGeom prst="rect">
            <a:avLst/>
          </a:prstGeom>
        </p:spPr>
      </p:pic>
      <p:pic>
        <p:nvPicPr>
          <p:cNvPr id="4" name="layout-layout_02-8-1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2988"/>
          </a:xfrm>
          <a:prstGeom prst="rect">
            <a:avLst/>
          </a:prstGeom>
        </p:spPr>
      </p:pic>
      <p:sp>
        <p:nvSpPr>
          <p:cNvPr id="5" name="slot-layout_02-2 Placeholder"/>
          <p:cNvSpPr>
            <a:spLocks noGrp="1"/>
          </p:cNvSpPr>
          <p:nvPr>
            <p:ph type="title"/>
          </p:nvPr>
        </p:nvSpPr>
        <p:spPr>
          <a:xfrm>
            <a:off x="565118" y="141256"/>
            <a:ext cx="11417332" cy="571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5" rIns="0" bIns="0" anchor="ctr" anchorCtr="0">
            <a:noAutofit/>
          </a:bodyPr>
          <a:lstStyle>
            <a:lvl1pPr>
              <a:defRPr sz="3200"/>
            </a:lvl1pPr>
          </a:lstStyle>
          <a:p>
            <a:pPr algn="l"/>
            <a:r>
              <a:rPr lang="zh-Hant-TW" sz="3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slot-layout_02-3 Placeholder"/>
          <p:cNvSpPr>
            <a:spLocks noGrp="1"/>
          </p:cNvSpPr>
          <p:nvPr>
            <p:ph type="obj" idx="1"/>
          </p:nvPr>
        </p:nvSpPr>
        <p:spPr>
          <a:xfrm>
            <a:off x="495681" y="6340507"/>
            <a:ext cx="10705719" cy="350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800"/>
            </a:lvl1pPr>
          </a:lstStyle>
          <a:p>
            <a:pPr algn="l"/>
            <a:r>
              <a:rPr lang="zh-Hant-TW" sz="2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7" name="slot-layout_02-9 Placeholder"/>
          <p:cNvSpPr>
            <a:spLocks noGrp="1"/>
          </p:cNvSpPr>
          <p:nvPr>
            <p:ph type="obj" idx="10"/>
          </p:nvPr>
        </p:nvSpPr>
        <p:spPr>
          <a:xfrm>
            <a:off x="495681" y="6340507"/>
            <a:ext cx="10705719" cy="35052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</p:spTree>
    <p:extLst>
      <p:ext uri="{BB962C8B-B14F-4D97-AF65-F5344CB8AC3E}">
        <p14:creationId val="3152449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3-6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3-2 Placeholder"/>
          <p:cNvSpPr>
            <a:spLocks noGrp="1"/>
          </p:cNvSpPr>
          <p:nvPr>
            <p:ph type="title"/>
          </p:nvPr>
        </p:nvSpPr>
        <p:spPr>
          <a:xfrm>
            <a:off x="565118" y="141256"/>
            <a:ext cx="11417332" cy="571500"/>
          </a:xfrm>
          <a:prstGeom prst="rect">
            <a:avLst/>
          </a:prstGeom>
          <a:noFill/>
          <a:ln>
            <a:noFill/>
          </a:ln>
        </p:spPr>
        <p:txBody>
          <a:bodyPr wrap="square" lIns="-473678" tIns="-95536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zh-Hant-TW" sz="18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3-3 Placeholder"/>
          <p:cNvSpPr>
            <a:spLocks noGrp="1"/>
          </p:cNvSpPr>
          <p:nvPr>
            <p:ph type="obj" idx="1"/>
          </p:nvPr>
        </p:nvSpPr>
        <p:spPr>
          <a:xfrm>
            <a:off x="565118" y="914400"/>
            <a:ext cx="5556218" cy="519112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5" name="slot-layout_03-4 Placeholder"/>
          <p:cNvSpPr>
            <a:spLocks noGrp="1"/>
          </p:cNvSpPr>
          <p:nvPr>
            <p:ph type="obj" idx="2"/>
          </p:nvPr>
        </p:nvSpPr>
        <p:spPr>
          <a:xfrm>
            <a:off x="6324600" y="914400"/>
            <a:ext cx="5558409" cy="519112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6" name="slot-layout_03-5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B6E213B1-91D0-439D-A291-CC12DFBC5580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4284071079"/>
      </p:ext>
    </p:extLst>
  </p:cSld>
  <p:clrMapOvr>
    <a:masterClrMapping/>
  </p:clrMapOvr>
  <p:hf hdr="0" dt="0" ftr="0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4-8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4-2 Placeholder"/>
          <p:cNvSpPr>
            <a:spLocks noGrp="1"/>
          </p:cNvSpPr>
          <p:nvPr>
            <p:ph type="title"/>
          </p:nvPr>
        </p:nvSpPr>
        <p:spPr>
          <a:xfrm>
            <a:off x="609600" y="177832"/>
            <a:ext cx="10972800" cy="57569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zh-Hant-TW" sz="18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4-3 Placeholder"/>
          <p:cNvSpPr>
            <a:spLocks noGrp="1"/>
          </p:cNvSpPr>
          <p:nvPr>
            <p:ph type="body" idx="1"/>
          </p:nvPr>
        </p:nvSpPr>
        <p:spPr>
          <a:xfrm>
            <a:off x="609600" y="1535144"/>
            <a:ext cx="5386959" cy="639794"/>
          </a:xfrm>
          <a:prstGeom prst="rect">
            <a:avLst/>
          </a:prstGeom>
          <a:noFill/>
          <a:ln>
            <a:noFill/>
          </a:ln>
        </p:spPr>
        <p:txBody>
          <a:bodyPr wrap="square" lIns="91440" tIns="228219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zh-Hant-TW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slot-layout_04-4 Placeholder"/>
          <p:cNvSpPr>
            <a:spLocks noGrp="1"/>
          </p:cNvSpPr>
          <p:nvPr>
            <p:ph type="obj" idx="2"/>
          </p:nvPr>
        </p:nvSpPr>
        <p:spPr>
          <a:xfrm>
            <a:off x="609600" y="2174843"/>
            <a:ext cx="5386959" cy="3951256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6" name="slot-layout_04-5 Placeholder"/>
          <p:cNvSpPr>
            <a:spLocks noGrp="1"/>
          </p:cNvSpPr>
          <p:nvPr>
            <p:ph type="body" idx="3"/>
          </p:nvPr>
        </p:nvSpPr>
        <p:spPr>
          <a:xfrm>
            <a:off x="6193346" y="1535144"/>
            <a:ext cx="5389054" cy="639794"/>
          </a:xfrm>
          <a:prstGeom prst="rect">
            <a:avLst/>
          </a:prstGeom>
          <a:noFill/>
          <a:ln>
            <a:noFill/>
          </a:ln>
        </p:spPr>
        <p:txBody>
          <a:bodyPr wrap="square" lIns="91440" tIns="228219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zh-Hant-TW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slot-layout_04-6 Placeholder"/>
          <p:cNvSpPr>
            <a:spLocks noGrp="1"/>
          </p:cNvSpPr>
          <p:nvPr>
            <p:ph type="obj" idx="4"/>
          </p:nvPr>
        </p:nvSpPr>
        <p:spPr>
          <a:xfrm>
            <a:off x="6193346" y="2174843"/>
            <a:ext cx="5389054" cy="3951256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8" name="slot-layout_04-7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68965258-A817-4CCD-9EFA-5CDB5FE5D3D7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038715228"/>
      </p:ext>
    </p:extLst>
  </p:cSld>
  <p:clrMapOvr>
    <a:masterClrMapping/>
  </p:clrMapOvr>
  <p:hf hdr="0" dt="0" ftr="0" sldNum="1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6-3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6-2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BC5B3148-17DD-4E22-8450-87DEC8C7CE88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514597573"/>
      </p:ext>
    </p:extLst>
  </p:cSld>
  <p:clrMapOvr>
    <a:masterClrMapping/>
  </p:clrMapOvr>
  <p:hf hdr="0" dt="0" ftr="0" sldNum="1"/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7-6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7-2 Placeholder"/>
          <p:cNvSpPr>
            <a:spLocks noGrp="1"/>
          </p:cNvSpPr>
          <p:nvPr>
            <p:ph type="title"/>
          </p:nvPr>
        </p:nvSpPr>
        <p:spPr>
          <a:xfrm>
            <a:off x="609600" y="228600"/>
            <a:ext cx="11356658" cy="505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5" rIns="0" bIns="0" anchor="ctr" anchorCtr="0">
            <a:noAutofit/>
          </a:bodyPr>
          <a:lstStyle>
            <a:lvl1pPr>
              <a:defRPr sz="2000"/>
            </a:lvl1pPr>
          </a:lstStyle>
          <a:p>
            <a:pPr algn="l"/>
            <a:r>
              <a:rPr lang="zh-Hant-TW" sz="20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7-3 Placeholder"/>
          <p:cNvSpPr>
            <a:spLocks noGrp="1"/>
          </p:cNvSpPr>
          <p:nvPr>
            <p:ph type="obj" idx="1"/>
          </p:nvPr>
        </p:nvSpPr>
        <p:spPr>
          <a:xfrm>
            <a:off x="4766691" y="948309"/>
            <a:ext cx="7199471" cy="517788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5" name="slot-layout_07-4 Placeholder"/>
          <p:cNvSpPr>
            <a:spLocks noGrp="1"/>
          </p:cNvSpPr>
          <p:nvPr>
            <p:ph type="body" idx="2"/>
          </p:nvPr>
        </p:nvSpPr>
        <p:spPr>
          <a:xfrm>
            <a:off x="609600" y="948309"/>
            <a:ext cx="4011073" cy="517788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630" rIns="0" bIns="0" anchor="ctr" anchorCtr="0">
            <a:noAutofit/>
          </a:bodyPr>
          <a:lstStyle>
            <a:lvl1pPr marL="0" indent="0">
              <a:buNone/>
              <a:defRPr sz="1400"/>
            </a:lvl1pPr>
          </a:lstStyle>
          <a:p>
            <a:pPr algn="l" marL="0" indent="0">
              <a:buNone/>
            </a:pPr>
            <a:r>
              <a:rPr lang="zh-Hant-TW" sz="14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slot-layout_07-5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7CC081A5-12AE-4EFE-9D11-CCEE83E1F62F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351033182"/>
      </p:ext>
    </p:extLst>
  </p:cSld>
  <p:clrMapOvr>
    <a:masterClrMapping/>
  </p:clrMapOvr>
  <p:hf hdr="0" dt="0" ftr="0" sldNum="1"/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8-6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8-2 Placeholder"/>
          <p:cNvSpPr>
            <a:spLocks noGrp="1"/>
          </p:cNvSpPr>
          <p:nvPr>
            <p:ph type="title"/>
          </p:nvPr>
        </p:nvSpPr>
        <p:spPr>
          <a:xfrm>
            <a:off x="594741" y="135446"/>
            <a:ext cx="11360182" cy="56673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5" rIns="0" bIns="0" anchor="ctr" anchorCtr="0">
            <a:noAutofit/>
          </a:bodyPr>
          <a:lstStyle>
            <a:lvl1pPr>
              <a:defRPr sz="2000"/>
            </a:lvl1pPr>
          </a:lstStyle>
          <a:p>
            <a:pPr algn="l"/>
            <a:r>
              <a:rPr lang="zh-Hant-TW" sz="20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8-3 Placeholder"/>
          <p:cNvSpPr>
            <a:spLocks noGrp="1"/>
          </p:cNvSpPr>
          <p:nvPr>
            <p:ph type="pic" idx="1"/>
          </p:nvPr>
        </p:nvSpPr>
        <p:spPr>
          <a:xfrm>
            <a:off x="2389727" y="939832"/>
            <a:ext cx="7315200" cy="3787807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slot-layout_08-4 Placeholder"/>
          <p:cNvSpPr>
            <a:spLocks noGrp="1"/>
          </p:cNvSpPr>
          <p:nvPr>
            <p:ph type="body" idx="2"/>
          </p:nvPr>
        </p:nvSpPr>
        <p:spPr>
          <a:xfrm>
            <a:off x="2389727" y="5028629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5" rIns="0" bIns="0" anchor="ctr" anchorCtr="0">
            <a:noAutofit/>
          </a:bodyPr>
          <a:lstStyle>
            <a:lvl1pPr marL="0" indent="0">
              <a:buNone/>
              <a:defRPr sz="1400"/>
            </a:lvl1pPr>
          </a:lstStyle>
          <a:p>
            <a:pPr algn="l" marL="0" indent="0">
              <a:buNone/>
            </a:pPr>
            <a:r>
              <a:rPr lang="zh-Hant-TW" sz="14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slot-layout_08-5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50A0F4F2-D263-44F7-AF3E-283ABE722D63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669768281"/>
      </p:ext>
    </p:extLst>
  </p:cSld>
  <p:clrMapOvr>
    <a:masterClrMapping/>
  </p:clrMapOvr>
  <p:hf hdr="0" dt="0" ftr="0" sldNum="1"/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9-5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9-2 Placeholder"/>
          <p:cNvSpPr>
            <a:spLocks noGrp="1"/>
          </p:cNvSpPr>
          <p:nvPr>
            <p:ph type="title"/>
          </p:nvPr>
        </p:nvSpPr>
        <p:spPr>
          <a:xfrm>
            <a:off x="565118" y="141256"/>
            <a:ext cx="11417332" cy="571500"/>
          </a:xfrm>
          <a:prstGeom prst="rect">
            <a:avLst/>
          </a:prstGeom>
          <a:noFill/>
          <a:ln>
            <a:noFill/>
          </a:ln>
        </p:spPr>
        <p:txBody>
          <a:bodyPr wrap="square" lIns="-473678" tIns="-95536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zh-Hant-TW" sz="18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9-3 Placeholder"/>
          <p:cNvSpPr>
            <a:spLocks noGrp="1"/>
          </p:cNvSpPr>
          <p:nvPr>
            <p:ph type="body" idx="1"/>
          </p:nvPr>
        </p:nvSpPr>
        <p:spPr>
          <a:xfrm>
            <a:off x="565118" y="914400"/>
            <a:ext cx="11417332" cy="519112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slot-layout_09-4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EAD6FDDE-B5E2-4E5A-9B1C-B2B10116F179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503413915"/>
      </p:ext>
    </p:extLst>
  </p:cSld>
  <p:clrMapOvr>
    <a:masterClrMapping/>
  </p:clrMapOvr>
  <p:hf hdr="0" dt="0" ftr="0" sldNum="1"/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layout_10-1-1 Layout"/>
          <p:cNvSpPr txBox="1"/>
          <p:nvPr/>
        </p:nvSpPr>
        <p:spPr>
          <a:xfrm>
            <a:off x="10430066" y="207826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按</a:t>
            </a:r>
          </a:p>
        </p:txBody>
      </p:sp>
      <p:sp>
        <p:nvSpPr>
          <p:cNvPr id="3" name="layout-layout_10-1-2 Layout"/>
          <p:cNvSpPr txBox="1"/>
          <p:nvPr/>
        </p:nvSpPr>
        <p:spPr>
          <a:xfrm>
            <a:off x="10430066" y="231829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一</a:t>
            </a:r>
          </a:p>
        </p:txBody>
      </p:sp>
      <p:sp>
        <p:nvSpPr>
          <p:cNvPr id="4" name="layout-layout_10-1-3 Layout"/>
          <p:cNvSpPr txBox="1"/>
          <p:nvPr/>
        </p:nvSpPr>
        <p:spPr>
          <a:xfrm>
            <a:off x="10430066" y="255832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下</a:t>
            </a:r>
          </a:p>
        </p:txBody>
      </p:sp>
      <p:sp>
        <p:nvSpPr>
          <p:cNvPr id="5" name="layout-layout_10-1-4 Layout"/>
          <p:cNvSpPr txBox="1"/>
          <p:nvPr/>
        </p:nvSpPr>
        <p:spPr>
          <a:xfrm>
            <a:off x="10430066" y="279835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以</a:t>
            </a:r>
          </a:p>
        </p:txBody>
      </p:sp>
      <p:sp>
        <p:nvSpPr>
          <p:cNvPr id="6" name="layout-layout_10-1-5 Layout"/>
          <p:cNvSpPr txBox="1"/>
          <p:nvPr/>
        </p:nvSpPr>
        <p:spPr>
          <a:xfrm>
            <a:off x="10430066" y="303838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編</a:t>
            </a:r>
          </a:p>
        </p:txBody>
      </p:sp>
      <p:sp>
        <p:nvSpPr>
          <p:cNvPr id="7" name="layout-layout_10-1-6 Layout"/>
          <p:cNvSpPr txBox="1"/>
          <p:nvPr/>
        </p:nvSpPr>
        <p:spPr>
          <a:xfrm>
            <a:off x="10430066" y="327841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輯</a:t>
            </a:r>
          </a:p>
        </p:txBody>
      </p:sp>
      <p:sp>
        <p:nvSpPr>
          <p:cNvPr id="8" name="layout-layout_10-1-7 Layout"/>
          <p:cNvSpPr txBox="1"/>
          <p:nvPr/>
        </p:nvSpPr>
        <p:spPr>
          <a:xfrm>
            <a:off x="10430066" y="351844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母</a:t>
            </a:r>
          </a:p>
        </p:txBody>
      </p:sp>
      <p:sp>
        <p:nvSpPr>
          <p:cNvPr id="9" name="layout-layout_10-1-8 Layout"/>
          <p:cNvSpPr txBox="1"/>
          <p:nvPr/>
        </p:nvSpPr>
        <p:spPr>
          <a:xfrm>
            <a:off x="10430066" y="375847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片</a:t>
            </a:r>
          </a:p>
        </p:txBody>
      </p:sp>
      <p:sp>
        <p:nvSpPr>
          <p:cNvPr id="10" name="layout-layout_10-1-9 Layout"/>
          <p:cNvSpPr txBox="1"/>
          <p:nvPr/>
        </p:nvSpPr>
        <p:spPr>
          <a:xfrm>
            <a:off x="10430066" y="399850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標</a:t>
            </a:r>
          </a:p>
        </p:txBody>
      </p:sp>
      <p:sp>
        <p:nvSpPr>
          <p:cNvPr id="11" name="layout-layout_10-1-10 Layout"/>
          <p:cNvSpPr txBox="1"/>
          <p:nvPr/>
        </p:nvSpPr>
        <p:spPr>
          <a:xfrm>
            <a:off x="10430066" y="423853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題</a:t>
            </a:r>
          </a:p>
        </p:txBody>
      </p:sp>
      <p:sp>
        <p:nvSpPr>
          <p:cNvPr id="12" name="layout-layout_10-1-11 Layout"/>
          <p:cNvSpPr txBox="1"/>
          <p:nvPr/>
        </p:nvSpPr>
        <p:spPr>
          <a:xfrm>
            <a:off x="10430066" y="447856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樣</a:t>
            </a:r>
          </a:p>
        </p:txBody>
      </p:sp>
      <p:sp>
        <p:nvSpPr>
          <p:cNvPr id="13" name="layout-layout_10-1-12 Layout"/>
          <p:cNvSpPr txBox="1"/>
          <p:nvPr/>
        </p:nvSpPr>
        <p:spPr>
          <a:xfrm>
            <a:off x="10430066" y="471859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式</a:t>
            </a:r>
          </a:p>
        </p:txBody>
      </p:sp>
      <p:sp>
        <p:nvSpPr>
          <p:cNvPr id="14" name="layout-layout_10-13-1 Layout"/>
          <p:cNvSpPr txBox="1"/>
          <p:nvPr/>
        </p:nvSpPr>
        <p:spPr>
          <a:xfrm>
            <a:off x="4584573" y="111814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編</a:t>
            </a:r>
          </a:p>
        </p:txBody>
      </p:sp>
      <p:sp>
        <p:nvSpPr>
          <p:cNvPr id="15" name="layout-layout_10-13-2 Layout"/>
          <p:cNvSpPr txBox="1"/>
          <p:nvPr/>
        </p:nvSpPr>
        <p:spPr>
          <a:xfrm>
            <a:off x="4584573" y="135817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輯</a:t>
            </a:r>
          </a:p>
        </p:txBody>
      </p:sp>
      <p:sp>
        <p:nvSpPr>
          <p:cNvPr id="16" name="layout-layout_10-13-3 Layout"/>
          <p:cNvSpPr txBox="1"/>
          <p:nvPr/>
        </p:nvSpPr>
        <p:spPr>
          <a:xfrm>
            <a:off x="4584573" y="159820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母</a:t>
            </a:r>
          </a:p>
        </p:txBody>
      </p:sp>
      <p:sp>
        <p:nvSpPr>
          <p:cNvPr id="17" name="layout-layout_10-13-4 Layout"/>
          <p:cNvSpPr txBox="1"/>
          <p:nvPr/>
        </p:nvSpPr>
        <p:spPr>
          <a:xfrm>
            <a:off x="4584573" y="183823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片</a:t>
            </a:r>
          </a:p>
        </p:txBody>
      </p:sp>
      <p:sp>
        <p:nvSpPr>
          <p:cNvPr id="18" name="layout-layout_10-13-5 Layout"/>
          <p:cNvSpPr txBox="1"/>
          <p:nvPr/>
        </p:nvSpPr>
        <p:spPr>
          <a:xfrm>
            <a:off x="4584573" y="207826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文</a:t>
            </a:r>
          </a:p>
        </p:txBody>
      </p:sp>
      <p:sp>
        <p:nvSpPr>
          <p:cNvPr id="19" name="layout-layout_10-13-6 Layout"/>
          <p:cNvSpPr txBox="1"/>
          <p:nvPr/>
        </p:nvSpPr>
        <p:spPr>
          <a:xfrm>
            <a:off x="4584573" y="231829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字</a:t>
            </a:r>
          </a:p>
        </p:txBody>
      </p:sp>
      <p:sp>
        <p:nvSpPr>
          <p:cNvPr id="20" name="layout-layout_10-13-7 Layout"/>
          <p:cNvSpPr txBox="1"/>
          <p:nvPr/>
        </p:nvSpPr>
        <p:spPr>
          <a:xfrm>
            <a:off x="4584573" y="255832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樣</a:t>
            </a:r>
          </a:p>
        </p:txBody>
      </p:sp>
      <p:sp>
        <p:nvSpPr>
          <p:cNvPr id="21" name="layout-layout_10-13-8 Layout"/>
          <p:cNvSpPr txBox="1"/>
          <p:nvPr/>
        </p:nvSpPr>
        <p:spPr>
          <a:xfrm>
            <a:off x="4584573" y="279835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式</a:t>
            </a:r>
          </a:p>
        </p:txBody>
      </p:sp>
      <p:sp>
        <p:nvSpPr>
          <p:cNvPr id="22" name="layout-layout_10-13-9 Layout"/>
          <p:cNvSpPr txBox="1"/>
          <p:nvPr/>
        </p:nvSpPr>
        <p:spPr>
          <a:xfrm>
            <a:off x="4584573" y="303838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第</a:t>
            </a:r>
          </a:p>
        </p:txBody>
      </p:sp>
      <p:sp>
        <p:nvSpPr>
          <p:cNvPr id="23" name="layout-layout_10-13-10 Layout"/>
          <p:cNvSpPr txBox="1"/>
          <p:nvPr/>
        </p:nvSpPr>
        <p:spPr>
          <a:xfrm>
            <a:off x="4584573" y="327841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二</a:t>
            </a:r>
          </a:p>
        </p:txBody>
      </p:sp>
      <p:sp>
        <p:nvSpPr>
          <p:cNvPr id="24" name="layout-layout_10-13-11 Layout"/>
          <p:cNvSpPr txBox="1"/>
          <p:nvPr/>
        </p:nvSpPr>
        <p:spPr>
          <a:xfrm>
            <a:off x="4584573" y="351844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層</a:t>
            </a:r>
          </a:p>
        </p:txBody>
      </p:sp>
      <p:sp>
        <p:nvSpPr>
          <p:cNvPr id="25" name="layout-layout_10-13-12 Layout"/>
          <p:cNvSpPr txBox="1"/>
          <p:nvPr/>
        </p:nvSpPr>
        <p:spPr>
          <a:xfrm>
            <a:off x="4584573" y="375847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第</a:t>
            </a:r>
          </a:p>
        </p:txBody>
      </p:sp>
      <p:sp>
        <p:nvSpPr>
          <p:cNvPr id="26" name="layout-layout_10-13-13 Layout"/>
          <p:cNvSpPr txBox="1"/>
          <p:nvPr/>
        </p:nvSpPr>
        <p:spPr>
          <a:xfrm>
            <a:off x="4584573" y="399850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三</a:t>
            </a:r>
          </a:p>
        </p:txBody>
      </p:sp>
      <p:sp>
        <p:nvSpPr>
          <p:cNvPr id="27" name="layout-layout_10-13-14 Layout"/>
          <p:cNvSpPr txBox="1"/>
          <p:nvPr/>
        </p:nvSpPr>
        <p:spPr>
          <a:xfrm>
            <a:off x="4584573" y="423853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層</a:t>
            </a:r>
          </a:p>
        </p:txBody>
      </p:sp>
      <p:sp>
        <p:nvSpPr>
          <p:cNvPr id="28" name="layout-layout_10-13-15 Layout"/>
          <p:cNvSpPr txBox="1"/>
          <p:nvPr/>
        </p:nvSpPr>
        <p:spPr>
          <a:xfrm>
            <a:off x="4584573" y="447856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第</a:t>
            </a:r>
          </a:p>
        </p:txBody>
      </p:sp>
      <p:sp>
        <p:nvSpPr>
          <p:cNvPr id="29" name="layout-layout_10-13-16 Layout"/>
          <p:cNvSpPr txBox="1"/>
          <p:nvPr/>
        </p:nvSpPr>
        <p:spPr>
          <a:xfrm>
            <a:off x="4584573" y="471859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四</a:t>
            </a:r>
          </a:p>
        </p:txBody>
      </p:sp>
      <p:sp>
        <p:nvSpPr>
          <p:cNvPr id="30" name="layout-layout_10-13-17 Layout"/>
          <p:cNvSpPr txBox="1"/>
          <p:nvPr/>
        </p:nvSpPr>
        <p:spPr>
          <a:xfrm>
            <a:off x="4584573" y="495862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層</a:t>
            </a:r>
          </a:p>
        </p:txBody>
      </p:sp>
      <p:sp>
        <p:nvSpPr>
          <p:cNvPr id="31" name="layout-layout_10-13-18 Layout"/>
          <p:cNvSpPr txBox="1"/>
          <p:nvPr/>
        </p:nvSpPr>
        <p:spPr>
          <a:xfrm>
            <a:off x="4584573" y="519865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第</a:t>
            </a:r>
          </a:p>
        </p:txBody>
      </p:sp>
      <p:sp>
        <p:nvSpPr>
          <p:cNvPr id="32" name="layout-layout_10-13-19 Layout"/>
          <p:cNvSpPr txBox="1"/>
          <p:nvPr/>
        </p:nvSpPr>
        <p:spPr>
          <a:xfrm>
            <a:off x="4584573" y="543868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五</a:t>
            </a:r>
          </a:p>
        </p:txBody>
      </p:sp>
      <p:sp>
        <p:nvSpPr>
          <p:cNvPr id="33" name="layout-layout_10-13-20 Layout"/>
          <p:cNvSpPr txBox="1"/>
          <p:nvPr/>
        </p:nvSpPr>
        <p:spPr>
          <a:xfrm>
            <a:off x="4584573" y="567871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層</a:t>
            </a:r>
          </a:p>
        </p:txBody>
      </p:sp>
      <p:pic>
        <p:nvPicPr>
          <p:cNvPr id="34" name="layout-layout_10-5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5" name="slot-layout_10-2 Placeholder"/>
          <p:cNvSpPr>
            <a:spLocks noGrp="1"/>
          </p:cNvSpPr>
          <p:nvPr>
            <p:ph type="title"/>
          </p:nvPr>
        </p:nvSpPr>
        <p:spPr>
          <a:xfrm>
            <a:off x="9139047" y="931354"/>
            <a:ext cx="2842641" cy="5174170"/>
          </a:xfrm>
          <a:prstGeom prst="rect">
            <a:avLst/>
          </a:prstGeom>
          <a:noFill/>
          <a:ln>
            <a:noFill/>
          </a:ln>
        </p:spPr>
        <p:txBody>
          <a:bodyPr wrap="square" lIns="0" tIns="82868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r>
              <a:rPr lang="zh-Hant-TW" sz="135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6" name="slot-layout_10-3 Placeholder"/>
          <p:cNvSpPr>
            <a:spLocks noGrp="1"/>
          </p:cNvSpPr>
          <p:nvPr>
            <p:ph type="body" idx="1"/>
          </p:nvPr>
        </p:nvSpPr>
        <p:spPr>
          <a:xfrm>
            <a:off x="550354" y="931354"/>
            <a:ext cx="8329041" cy="517417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37" name="slot-layout_10-4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0A8EAD95-2E8C-4C38-B61A-6ED46A0846C0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773280033"/>
      </p:ext>
    </p:extLst>
  </p:cSld>
  <p:clrMapOvr>
    <a:masterClrMapping/>
  </p:clrMapOvr>
  <p:hf hdr="0" dt="0" ftr="0" sldNum="1"/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image" Target="../media/image_348d35cd319c6dc6.png"/>
  <Relationship Id="rId14" Type="http://schemas.openxmlformats.org/officeDocument/2006/relationships/image" Target="../media/image_d8687d3449327ee2.png"/>
  <Relationship Id="rId15" Type="http://schemas.openxmlformats.org/officeDocument/2006/relationships/image" Target="../media/image_f1d583f3297e11fb.png"/>
  <Relationship Id="rId16" Type="http://schemas.openxmlformats.org/officeDocument/2006/relationships/slideLayout" Target="../slideLayouts/slideLayout12.xml"/>
  <Relationship Id="rId17" Type="http://schemas.openxmlformats.org/officeDocument/2006/relationships/slideLayout" Target="../slideLayouts/slideLayout13.xml"/>
  <Relationship Id="rId18" Type="http://schemas.openxmlformats.org/officeDocument/2006/relationships/slideLayout" Target="../slideLayouts/slideLayout14.xml"/>
  <Relationship Id="rId19" Type="http://schemas.openxmlformats.org/officeDocument/2006/relationships/slideLayout" Target="../slideLayouts/slideLayout15.xml"/>
  <Relationship Id="rId20" Type="http://schemas.openxmlformats.org/officeDocument/2006/relationships/slideLayout" Target="../slideLayouts/slideLayout16.xml"/>
  <Relationship Id="rId21" Type="http://schemas.openxmlformats.org/officeDocument/2006/relationships/slideLayout" Target="../slideLayouts/slideLayout17.xml"/>
  <Relationship Id="rId22" Type="http://schemas.openxmlformats.org/officeDocument/2006/relationships/slideLayout" Target="../slideLayouts/slideLayout18.xml"/>
  <Relationship Id="rId23" Type="http://schemas.openxmlformats.org/officeDocument/2006/relationships/slideLayout" Target="../slideLayouts/slideLayout19.xml"/>
  <Relationship Id="rId24" Type="http://schemas.openxmlformats.org/officeDocument/2006/relationships/slideLayout" Target="../slideLayouts/slideLayout20.xml"/>
  <Relationship Id="rId25" Type="http://schemas.openxmlformats.org/officeDocument/2006/relationships/slideLayout" Target="../slideLayouts/slideLayout21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slideMaster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-master_01-3-1 M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ster-master_01-1028-1 Master"/>
          <p:cNvSpPr/>
          <p:nvPr/>
        </p:nvSpPr>
        <p:spPr>
          <a:xfrm>
            <a:off x="425482" y="252412"/>
            <a:ext cx="0" cy="692182"/>
          </a:xfrm>
          <a:prstGeom prst="line">
            <a:avLst/>
          </a:prstGeom>
          <a:noFill/>
          <a:ln w="19050">
            <a:solidFill>
              <a:schemeClr val="accent1"/>
            </a:solidFill>
            <a:miter lim="800000"/>
          </a:ln>
        </p:spPr>
      </p:sp>
      <p:sp>
        <p:nvSpPr>
          <p:cNvPr id="4" name="master-master_01-1029-1 Master"/>
          <p:cNvSpPr/>
          <p:nvPr/>
        </p:nvSpPr>
        <p:spPr>
          <a:xfrm>
            <a:off x="209550" y="784193"/>
            <a:ext cx="11772900" cy="0"/>
          </a:xfrm>
          <a:prstGeom prst="line">
            <a:avLst/>
          </a:prstGeom>
          <a:noFill/>
          <a:ln w="19050">
            <a:solidFill>
              <a:schemeClr val="accent1"/>
            </a:solidFill>
            <a:miter lim="800000"/>
          </a:ln>
        </p:spPr>
      </p:sp>
      <p:sp>
        <p:nvSpPr>
          <p:cNvPr id="5" name="master-master_01-1030-1 Master"/>
          <p:cNvSpPr/>
          <p:nvPr/>
        </p:nvSpPr>
        <p:spPr>
          <a:xfrm>
            <a:off x="209550" y="6240494"/>
            <a:ext cx="11772900" cy="0"/>
          </a:xfrm>
          <a:prstGeom prst="line">
            <a:avLst/>
          </a:prstGeom>
          <a:noFill/>
          <a:ln w="19050">
            <a:solidFill>
              <a:schemeClr val="accent1"/>
            </a:solidFill>
            <a:miter lim="800000"/>
          </a:ln>
        </p:spPr>
      </p:sp>
      <p:pic>
        <p:nvPicPr>
          <p:cNvPr id="6" name="master-master_01-2-1 Maste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pic>
        <p:nvPicPr>
          <p:cNvPr id="7" name="master-master_01-4-1 Master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10800" y="0"/>
            <a:ext cx="1981200" cy="282988"/>
          </a:xfrm>
          <a:prstGeom prst="rect">
            <a:avLst/>
          </a:prstGeom>
        </p:spPr>
      </p:pic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6"/>
    <p:sldLayoutId id="2147483661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</p:sldLayoutIdLst>
  <p:txStyles>
    <p:titleStyle>
      <a:lvl1pPr algn="ctr" defTabSz="4572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348d35cd319c6dc6.png"/>
  <Relationship Id="rId3" Type="http://schemas.openxmlformats.org/officeDocument/2006/relationships/image" Target="../media/image_d8687d3449327ee2.png"/>
  <Relationship Id="rId4" Type="http://schemas.openxmlformats.org/officeDocument/2006/relationships/image" Target="../media/image_f1d583f3297e11fb.png"/>
  <Relationship Id="rId5" Type="http://schemas.openxmlformats.org/officeDocument/2006/relationships/image" Target="../media/image_d8687d3449327ee2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348d35cd319c6dc6.png"/>
  <Relationship Id="rId3" Type="http://schemas.openxmlformats.org/officeDocument/2006/relationships/image" Target="../media/image_d8687d3449327ee2.png"/>
  <Relationship Id="rId4" Type="http://schemas.openxmlformats.org/officeDocument/2006/relationships/image" Target="../media/image_f1d583f3297e11fb.png"/>
  <Relationship Id="rId5" Type="http://schemas.openxmlformats.org/officeDocument/2006/relationships/image" Target="../media/image_d8687d3449327ee2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348d35cd319c6dc6.png"/>
  <Relationship Id="rId3" Type="http://schemas.openxmlformats.org/officeDocument/2006/relationships/image" Target="../media/image_d8687d3449327ee2.png"/>
  <Relationship Id="rId4" Type="http://schemas.openxmlformats.org/officeDocument/2006/relationships/image" Target="../media/image_f1d583f3297e11fb.png"/>
  <Relationship Id="rId5" Type="http://schemas.openxmlformats.org/officeDocument/2006/relationships/image" Target="../media/image_d8687d3449327ee2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ot-layout_05-2 Placeholder Carrier"/>
          <p:cNvSpPr txBox="1"/>
          <p:nvPr>
            <p:ph type="title"/>
          </p:nvPr>
        </p:nvSpPr>
        <p:spPr>
          <a:xfrm>
            <a:off x="627572" y="250217"/>
            <a:ext cx="8392157" cy="547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2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一個策略選擇，如何變成可核對的端點能量？</a:t>
            </a:r>
          </a:p>
        </p:txBody>
      </p:sp>
      <p:sp>
        <p:nvSpPr>
          <p:cNvPr id="11" name="slot-layout_05-3 Placeholder Carrier"/>
          <p:cNvSpPr txBox="1"/>
          <p:nvPr>
            <p:ph type="sldNum" idx="10"/>
          </p:nvPr>
        </p:nvSpPr>
        <p:spPr>
          <a:xfrm>
            <a:off x="11584229" y="6554152"/>
            <a:ext cx="1749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t-TW" sz="10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57225" y="1123950"/>
            <a:ext cx="2372411" cy="4114800"/>
            <a:chOff x="657225" y="1123950"/>
            <a:chExt cx="2372411" cy="4114800"/>
          </a:xfrm>
        </p:grpSpPr>
        <p:sp>
          <p:nvSpPr>
            <p:cNvPr id="12" name="Rectangle 12"/>
            <p:cNvSpPr/>
            <p:nvPr/>
          </p:nvSpPr>
          <p:spPr>
            <a:xfrm>
              <a:off x="657225" y="1123950"/>
              <a:ext cx="57150" cy="41148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66775" y="1162050"/>
              <a:ext cx="1123950" cy="32385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8651" y="1228725"/>
              <a:ext cx="1280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MECH · 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4583" y="1664970"/>
              <a:ext cx="21750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只改一個地方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9917" y="2130742"/>
              <a:ext cx="19723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REST_DURING_GAP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66775" y="2495550"/>
              <a:ext cx="1847850" cy="9525"/>
            </a:xfrm>
            <a:custGeom>
              <a:avLst/>
              <a:gdLst/>
              <a:ahLst/>
              <a:cxnLst/>
              <a:rect l="l" t="t" r="r" b="b"/>
              <a:pathLst>
                <a:path w="1847850" h="9525">
                  <a:moveTo>
                    <a:pt x="0" y="0"/>
                  </a:moveTo>
                  <a:lnTo>
                    <a:pt x="1847850" y="0"/>
                  </a:lnTo>
                </a:path>
              </a:pathLst>
            </a:custGeom>
            <a:noFill/>
            <a:ln w="19050">
              <a:solidFill>
                <a:srgbClr val="C7D1E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23925" y="282892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91768" y="2812732"/>
              <a:ext cx="6601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6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WAIT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9155" y="3143250"/>
              <a:ext cx="148209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Hant-TW" sz="150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awake idle</a:t>
              </a:r>
              <a:br/>
              <a:r>
                <a:rPr lang="zh-Hant-TW" sz="150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下一次不需 WAKE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923925" y="3943350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91768" y="3927158"/>
              <a:ext cx="8396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6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SLEEP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9155" y="4257675"/>
              <a:ext cx="1786890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Hant-TW" sz="150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low-power rest</a:t>
              </a:r>
              <a:br/>
              <a:r>
                <a:rPr lang="zh-Hant-TW" sz="150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之後多 WAKE energy</a:t>
              </a:r>
              <a:br/>
              <a:r>
                <a:rPr lang="zh-Hant-TW" sz="150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＋ latency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121533" y="1179195"/>
            <a:ext cx="8422767" cy="3030855"/>
            <a:chOff x="3121533" y="1179195"/>
            <a:chExt cx="8422767" cy="3030855"/>
          </a:xfrm>
        </p:grpSpPr>
        <p:sp>
          <p:nvSpPr>
            <p:cNvPr id="25" name="TextBox 25"/>
            <p:cNvSpPr txBox="1"/>
            <p:nvPr/>
          </p:nvSpPr>
          <p:spPr>
            <a:xfrm>
              <a:off x="3121533" y="1179195"/>
              <a:ext cx="647639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策略真正改變的，不是標籤；是狀態時間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26867" y="1578292"/>
              <a:ext cx="78052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WAIT / SLEEP → STATE TIME + WAKE → POWER × TIME → endpoint J → SERVICE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190875" y="2200275"/>
              <a:ext cx="1295400" cy="5905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388490" y="2338388"/>
              <a:ext cx="90017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WAIT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190875" y="3276600"/>
              <a:ext cx="1295400" cy="5905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266075" y="3414712"/>
              <a:ext cx="11450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SLEEP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4486275" y="2495550"/>
              <a:ext cx="409575" cy="219075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32" name="Line 32"/>
            <p:cNvSpPr/>
            <p:nvPr/>
          </p:nvSpPr>
          <p:spPr>
            <a:xfrm flipV="1">
              <a:off x="4486275" y="3343275"/>
              <a:ext cx="409575" cy="228600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33" name="Ellipse 33"/>
            <p:cNvSpPr/>
            <p:nvPr/>
          </p:nvSpPr>
          <p:spPr>
            <a:xfrm>
              <a:off x="4857750" y="1885950"/>
              <a:ext cx="2876550" cy="2324100"/>
            </a:xfrm>
            <a:prstGeom prst="ellipse">
              <a:avLst/>
            </a:prstGeom>
            <a:gradFill>
              <a:gsLst>
                <a:gs pos="0">
                  <a:srgbClr val="E9F7F8"/>
                </a:gs>
                <a:gs pos="64000">
                  <a:srgbClr val="E9F7F8"/>
                </a:gs>
                <a:gs pos="100000">
                  <a:srgbClr val="F2ECFA"/>
                </a:gs>
              </a:gsLst>
              <a:lin ang="2700000" scaled="1"/>
            </a:gradFill>
            <a:ln w="28575">
              <a:solidFill>
                <a:schemeClr val="accent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329485" y="2686050"/>
              <a:ext cx="1933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</a:rPr>
                <a:t>THE MECHANISM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39105" y="2936558"/>
              <a:ext cx="191383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狀態時間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03418" y="3422332"/>
              <a:ext cx="11852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6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+ WAKE ?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048500" y="3371850"/>
              <a:ext cx="723900" cy="723900"/>
            </a:xfrm>
            <a:prstGeom prst="ellipse">
              <a:avLst/>
            </a:prstGeom>
            <a:solidFill>
              <a:srgbClr val="FCE9E6"/>
            </a:solidFill>
            <a:ln w="28575">
              <a:solidFill>
                <a:srgbClr val="EA6A5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25410" y="3662839"/>
              <a:ext cx="5700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80" b="1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WAKE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7734300" y="3048000"/>
              <a:ext cx="361950" cy="1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40" name="Ellipse 40"/>
            <p:cNvSpPr/>
            <p:nvPr/>
          </p:nvSpPr>
          <p:spPr>
            <a:xfrm>
              <a:off x="8115300" y="2181225"/>
              <a:ext cx="1733550" cy="1733550"/>
            </a:xfrm>
            <a:prstGeom prst="ellipse">
              <a:avLst/>
            </a:prstGeom>
            <a:solidFill>
              <a:srgbClr val="FFF5D6"/>
            </a:solidFill>
            <a:ln w="28575">
              <a:solidFill>
                <a:srgbClr val="F4B94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39134" y="2469832"/>
              <a:ext cx="12858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650" b="1" dirty="0">
                  <a:solidFill>
                    <a:srgbClr val="876416"/>
                  </a:solidFill>
                  <a:latin typeface="+mn-lt"/>
                  <a:ea typeface="+mn-ea"/>
                  <a:cs typeface="+mn-cs"/>
                </a:rPr>
                <a:t>功率 × 時間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61040" y="2696528"/>
              <a:ext cx="442070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40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J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83931" y="3283268"/>
              <a:ext cx="13962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rgbClr val="876416"/>
                  </a:solidFill>
                  <a:latin typeface="Times New Roman"/>
                  <a:ea typeface="Times New Roman"/>
                  <a:cs typeface="Times New Roman"/>
                </a:rPr>
                <a:t>endpoint scope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9848850" y="3048000"/>
              <a:ext cx="304800" cy="1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45" name="Ellipse 45"/>
            <p:cNvSpPr/>
            <p:nvPr/>
          </p:nvSpPr>
          <p:spPr>
            <a:xfrm>
              <a:off x="10248900" y="2400300"/>
              <a:ext cx="1295400" cy="1295400"/>
            </a:xfrm>
            <a:prstGeom prst="ellipse">
              <a:avLst/>
            </a:prstGeom>
            <a:solidFill>
              <a:srgbClr val="E9F6EF"/>
            </a:solidFill>
            <a:ln w="28575">
              <a:solidFill>
                <a:srgbClr val="4EA97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304221" y="274224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服務先判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74128" y="3095625"/>
              <a:ext cx="8449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PASS ?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133725" y="4717732"/>
            <a:ext cx="8126730" cy="804863"/>
            <a:chOff x="3133725" y="4717732"/>
            <a:chExt cx="8126730" cy="804863"/>
          </a:xfrm>
        </p:grpSpPr>
        <p:sp>
          <p:nvSpPr>
            <p:cNvPr id="49" name="Line 49"/>
            <p:cNvSpPr/>
            <p:nvPr/>
          </p:nvSpPr>
          <p:spPr>
            <a:xfrm>
              <a:off x="3133725" y="48196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57150" cap="rnd">
              <a:solidFill>
                <a:srgbClr val="4EA97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744468" y="4717732"/>
              <a:ext cx="71879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先讀 service / deadline / freshness，再比較 endpoint energy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3133725" y="53149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57150" cap="rnd">
              <a:solidFill>
                <a:srgbClr val="EA6A5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745230" y="5229225"/>
              <a:ext cx="5148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rgbClr val="9B3E35"/>
                  </a:solidFill>
                  <a:latin typeface="+mn-lt"/>
                  <a:ea typeface="+mn-ea"/>
                  <a:cs typeface="+mn-cs"/>
                </a:rPr>
                <a:t>Null evidence change = consequential gate FAIL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98255" y="5229225"/>
              <a:ext cx="2362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只有動畫變化，不算後果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234613" y="5896928"/>
            <a:ext cx="7865650" cy="205359"/>
            <a:chOff x="2234613" y="5896928"/>
            <a:chExt cx="7865650" cy="205359"/>
          </a:xfrm>
        </p:grpSpPr>
        <p:sp>
          <p:nvSpPr>
            <p:cNvPr id="55" name="TextBox 55"/>
            <p:cNvSpPr txBox="1"/>
            <p:nvPr/>
          </p:nvSpPr>
          <p:spPr>
            <a:xfrm>
              <a:off x="2234613" y="5896928"/>
              <a:ext cx="7865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b="1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SIMULATED TEACHING DATA / NOT LIVE / NOT MEASURED / NOT CANONICAL-PARITY-VERIFIED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ot-layout_05-2 Placeholder Carrier"/>
          <p:cNvSpPr txBox="1"/>
          <p:nvPr>
            <p:ph type="title"/>
          </p:nvPr>
        </p:nvSpPr>
        <p:spPr>
          <a:xfrm>
            <a:off x="627572" y="250217"/>
            <a:ext cx="5883044" cy="547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2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短窗口決策：服務、佇列與能量</a:t>
            </a:r>
          </a:p>
        </p:txBody>
      </p:sp>
      <p:sp>
        <p:nvSpPr>
          <p:cNvPr id="11" name="slot-layout_05-3 Placeholder Carrier"/>
          <p:cNvSpPr txBox="1"/>
          <p:nvPr>
            <p:ph type="sldNum" idx="10"/>
          </p:nvPr>
        </p:nvSpPr>
        <p:spPr>
          <a:xfrm>
            <a:off x="11584229" y="6554152"/>
            <a:ext cx="1749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t-TW" sz="10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57225" y="1123950"/>
            <a:ext cx="2179510" cy="4114800"/>
            <a:chOff x="657225" y="1123950"/>
            <a:chExt cx="2179510" cy="4114800"/>
          </a:xfrm>
        </p:grpSpPr>
        <p:sp>
          <p:nvSpPr>
            <p:cNvPr id="12" name="Rectangle 12"/>
            <p:cNvSpPr/>
            <p:nvPr/>
          </p:nvSpPr>
          <p:spPr>
            <a:xfrm>
              <a:off x="657225" y="1123950"/>
              <a:ext cx="57150" cy="41148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66775" y="1162050"/>
              <a:ext cx="1219200" cy="32385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7865" y="1228725"/>
              <a:ext cx="1457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DECIDE · 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4583" y="1664970"/>
              <a:ext cx="18166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只改一個值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66775" y="2190750"/>
              <a:ext cx="1809750" cy="647700"/>
            </a:xfrm>
            <a:prstGeom prst="roundRect">
              <a:avLst>
                <a:gd name="adj" fmla="val 26471"/>
              </a:avLst>
            </a:prstGeom>
            <a:solidFill>
              <a:schemeClr val="accent5"/>
            </a:solidFill>
            <a:ln w="19050">
              <a:solidFill>
                <a:srgbClr val="C7D1E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22112" y="2330768"/>
              <a:ext cx="12990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BATCH_SIZE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37310" y="2562225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批次大小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52016" y="3009900"/>
              <a:ext cx="2392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或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66775" y="3352800"/>
              <a:ext cx="1809750" cy="647700"/>
            </a:xfrm>
            <a:prstGeom prst="roundRect">
              <a:avLst>
                <a:gd name="adj" fmla="val 26471"/>
              </a:avLst>
            </a:prstGeom>
            <a:solidFill>
              <a:srgbClr val="F2ECFA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3417" y="3500914"/>
              <a:ext cx="19164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8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URGENT_MARGIN_S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30630" y="3724275"/>
              <a:ext cx="1082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緊急提前量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66775" y="434340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19050">
              <a:solidFill>
                <a:srgbClr val="C7D1E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9917" y="4502468"/>
              <a:ext cx="1976818" cy="540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Hant-TW" sz="135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mission contract 不變</a:t>
              </a:r>
              <a:br/>
              <a:r>
                <a:rPr lang="zh-Hant-TW" sz="135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只換 batching / urgency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103245" y="1195388"/>
            <a:ext cx="5859780" cy="2799587"/>
            <a:chOff x="3103245" y="1195388"/>
            <a:chExt cx="5859780" cy="2799587"/>
          </a:xfrm>
        </p:grpSpPr>
        <p:sp>
          <p:nvSpPr>
            <p:cNvPr id="26" name="TextBox 26"/>
            <p:cNvSpPr txBox="1"/>
            <p:nvPr/>
          </p:nvSpPr>
          <p:spPr>
            <a:xfrm>
              <a:off x="3103245" y="1195388"/>
              <a:ext cx="43914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窗口一交會，先決定服務動作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07055" y="1552575"/>
              <a:ext cx="2788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現在換、等穩定，還是維持？</a:t>
              </a:r>
            </a:p>
          </p:txBody>
        </p:sp>
        <p:sp>
          <p:nvSpPr>
            <p:cNvPr id="28" name="Polygon 28"/>
            <p:cNvSpPr/>
            <p:nvPr/>
          </p:nvSpPr>
          <p:spPr>
            <a:xfrm>
              <a:off x="3314700" y="2143125"/>
              <a:ext cx="3924300" cy="1828800"/>
            </a:xfrm>
            <a:custGeom>
              <a:avLst/>
              <a:gdLst/>
              <a:ahLst/>
              <a:cxnLst/>
              <a:rect l="l" t="t" r="r" b="b"/>
              <a:pathLst>
                <a:path w="3924300" h="1828800">
                  <a:moveTo>
                    <a:pt x="0" y="0"/>
                  </a:moveTo>
                  <a:lnTo>
                    <a:pt x="3924300" y="628650"/>
                  </a:lnTo>
                  <a:lnTo>
                    <a:pt x="3924300" y="11811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E9F7F8">
                <a:alpha val="88000"/>
              </a:srgb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3562350" y="2038350"/>
              <a:ext cx="3829050" cy="1933575"/>
            </a:xfrm>
            <a:custGeom>
              <a:avLst/>
              <a:gdLst/>
              <a:ahLst/>
              <a:cxnLst/>
              <a:rect l="l" t="t" r="r" b="b"/>
              <a:pathLst>
                <a:path w="3829050" h="1933575">
                  <a:moveTo>
                    <a:pt x="0" y="1933575"/>
                  </a:moveTo>
                  <a:lnTo>
                    <a:pt x="3829050" y="1181100"/>
                  </a:lnTo>
                  <a:lnTo>
                    <a:pt x="3829050" y="647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E9E6">
                <a:alpha val="78000"/>
              </a:srgbClr>
            </a:solidFill>
            <a:ln w="28575">
              <a:solidFill>
                <a:srgbClr val="EA6A5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479292" y="2187892"/>
              <a:ext cx="15071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rgbClr val="177B85"/>
                  </a:solidFill>
                  <a:latin typeface="Times New Roman"/>
                  <a:ea typeface="Times New Roman"/>
                  <a:cs typeface="Times New Roman"/>
                </a:rPr>
                <a:t>CURRENT LINK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60267" y="3730942"/>
              <a:ext cx="17152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CANDIDATE LINK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372100" y="2266950"/>
              <a:ext cx="1485900" cy="1485900"/>
            </a:xfrm>
            <a:prstGeom prst="ellipse">
              <a:avLst/>
            </a:prstGeom>
            <a:solidFill>
              <a:srgbClr val="FFF5D6"/>
            </a:solidFill>
            <a:ln w="28575">
              <a:solidFill>
                <a:srgbClr val="F4B94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702656" y="2701290"/>
              <a:ext cx="8247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決策點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36921" y="3076575"/>
              <a:ext cx="17562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876416"/>
                  </a:solidFill>
                  <a:latin typeface="Times New Roman"/>
                  <a:ea typeface="Times New Roman"/>
                  <a:cs typeface="Times New Roman"/>
                </a:rPr>
                <a:t>SERVICE FIRST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858000" y="3009900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7410450" y="2324100"/>
              <a:ext cx="9525" cy="1371600"/>
            </a:xfrm>
            <a:custGeom>
              <a:avLst/>
              <a:gdLst/>
              <a:ahLst/>
              <a:cxnLst/>
              <a:rect l="l" t="t" r="r" b="b"/>
              <a:pathLst>
                <a:path w="9525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7410450" y="2324100"/>
              <a:ext cx="16192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38" name="Line 38"/>
            <p:cNvSpPr/>
            <p:nvPr/>
          </p:nvSpPr>
          <p:spPr>
            <a:xfrm>
              <a:off x="7410450" y="3009900"/>
              <a:ext cx="16192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39" name="Line 39"/>
            <p:cNvSpPr/>
            <p:nvPr/>
          </p:nvSpPr>
          <p:spPr>
            <a:xfrm>
              <a:off x="7410450" y="3695700"/>
              <a:ext cx="161925" cy="1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tailEnd type="triangle" w="lg" len="lg"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667625" y="2095500"/>
              <a:ext cx="1123950" cy="457200"/>
            </a:xfrm>
            <a:prstGeom prst="roundRect">
              <a:avLst>
                <a:gd name="adj" fmla="val 50000"/>
              </a:avLst>
            </a:prstGeom>
            <a:solidFill>
              <a:srgbClr val="FCE9E6"/>
            </a:solidFill>
            <a:ln w="19050">
              <a:solidFill>
                <a:srgbClr val="EA6A5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885938" y="2228850"/>
              <a:ext cx="6873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9B3E35"/>
                  </a:solidFill>
                  <a:latin typeface="+mn-lt"/>
                  <a:ea typeface="+mn-ea"/>
                  <a:cs typeface="+mn-cs"/>
                </a:rPr>
                <a:t>現在換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667625" y="2781300"/>
              <a:ext cx="1295400" cy="457200"/>
            </a:xfrm>
            <a:prstGeom prst="roundRect">
              <a:avLst>
                <a:gd name="adj" fmla="val 50000"/>
              </a:avLst>
            </a:prstGeom>
            <a:solidFill>
              <a:srgbClr val="FFF5D6"/>
            </a:solidFill>
            <a:ln w="19050">
              <a:solidFill>
                <a:srgbClr val="F4B94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971663" y="2914650"/>
              <a:ext cx="6873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876416"/>
                  </a:solidFill>
                  <a:latin typeface="+mn-lt"/>
                  <a:ea typeface="+mn-ea"/>
                  <a:cs typeface="+mn-cs"/>
                </a:rPr>
                <a:t>等穩定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667625" y="3467100"/>
              <a:ext cx="1123950" cy="457200"/>
            </a:xfrm>
            <a:prstGeom prst="roundRect">
              <a:avLst>
                <a:gd name="adj" fmla="val 50000"/>
              </a:avLst>
            </a:prstGeom>
            <a:solidFill>
              <a:srgbClr val="E9F7F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997952" y="3600450"/>
              <a:ext cx="463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177B85"/>
                  </a:solidFill>
                  <a:latin typeface="+mn-lt"/>
                  <a:ea typeface="+mn-ea"/>
                  <a:cs typeface="+mn-cs"/>
                </a:rPr>
                <a:t>維持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203055" y="1276350"/>
            <a:ext cx="2422173" cy="2832925"/>
            <a:chOff x="9203055" y="1276350"/>
            <a:chExt cx="2422173" cy="2832925"/>
          </a:xfrm>
        </p:grpSpPr>
        <p:sp>
          <p:nvSpPr>
            <p:cNvPr id="47" name="TextBox 47"/>
            <p:cNvSpPr txBox="1"/>
            <p:nvPr/>
          </p:nvSpPr>
          <p:spPr>
            <a:xfrm>
              <a:off x="9203055" y="1276350"/>
              <a:ext cx="19466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ORDERED GATES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9420225" y="1762125"/>
              <a:ext cx="9525" cy="2247900"/>
            </a:xfrm>
            <a:custGeom>
              <a:avLst/>
              <a:gdLst/>
              <a:ahLst/>
              <a:cxnLst/>
              <a:rect l="l" t="t" r="r" b="b"/>
              <a:pathLst>
                <a:path w="9525" h="2247900">
                  <a:moveTo>
                    <a:pt x="0" y="0"/>
                  </a:moveTo>
                  <a:lnTo>
                    <a:pt x="0" y="2247900"/>
                  </a:lnTo>
                </a:path>
              </a:pathLst>
            </a:custGeom>
            <a:noFill/>
            <a:ln w="28575">
              <a:solidFill>
                <a:srgbClr val="C7D1E3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9277350" y="17716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357920" y="18354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89592" y="1740218"/>
              <a:ext cx="19356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CONTACT CLOSED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689592" y="1987868"/>
              <a:ext cx="8531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accent3"/>
                  </a:solidFill>
                  <a:latin typeface="Times New Roman"/>
                  <a:ea typeface="Times New Roman"/>
                  <a:cs typeface="Times New Roman"/>
                </a:rPr>
                <a:t>→ SLEEP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9277350" y="2390775"/>
              <a:ext cx="285750" cy="285750"/>
            </a:xfrm>
            <a:prstGeom prst="ellipse">
              <a:avLst/>
            </a:prstGeom>
            <a:solidFill>
              <a:srgbClr val="EA6A5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357920" y="245459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689592" y="2359342"/>
              <a:ext cx="12990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URGENT DUE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89592" y="2606992"/>
              <a:ext cx="16226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→ SEND_URGENT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9277350" y="3009900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357920" y="307371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689592" y="2978468"/>
              <a:ext cx="12378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PACING GAP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689592" y="3226118"/>
              <a:ext cx="16226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177B85"/>
                  </a:solidFill>
                  <a:latin typeface="Times New Roman"/>
                  <a:ea typeface="Times New Roman"/>
                  <a:cs typeface="Times New Roman"/>
                </a:rPr>
                <a:t>→ WAIT / SLEEP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9277350" y="3629025"/>
              <a:ext cx="285750" cy="285750"/>
            </a:xfrm>
            <a:prstGeom prst="ellipse">
              <a:avLst/>
            </a:prstGeom>
            <a:solidFill>
              <a:srgbClr val="4EA97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357920" y="369284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689592" y="3597592"/>
              <a:ext cx="16908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QUALITY READY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689592" y="3845242"/>
              <a:ext cx="15526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→ FLUSH / ONE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3114675" y="4476750"/>
            <a:ext cx="8530839" cy="1274445"/>
            <a:chOff x="3114675" y="4476750"/>
            <a:chExt cx="8530839" cy="1274445"/>
          </a:xfrm>
        </p:grpSpPr>
        <p:sp>
          <p:nvSpPr>
            <p:cNvPr id="66" name="Rectangle 66"/>
            <p:cNvSpPr/>
            <p:nvPr/>
          </p:nvSpPr>
          <p:spPr>
            <a:xfrm>
              <a:off x="3114675" y="4476750"/>
              <a:ext cx="1181100" cy="3238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190344" y="4559618"/>
              <a:ext cx="10297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EVIDENCE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4448175" y="4638675"/>
              <a:ext cx="6962775" cy="9525"/>
            </a:xfrm>
            <a:custGeom>
              <a:avLst/>
              <a:gdLst/>
              <a:ahLst/>
              <a:cxnLst/>
              <a:rect l="l" t="t" r="r" b="b"/>
              <a:pathLst>
                <a:path w="6962775" h="9525">
                  <a:moveTo>
                    <a:pt x="0" y="0"/>
                  </a:moveTo>
                  <a:lnTo>
                    <a:pt x="6962775" y="0"/>
                  </a:lnTo>
                </a:path>
              </a:pathLst>
            </a:custGeom>
            <a:noFill/>
            <a:ln w="28575">
              <a:solidFill>
                <a:srgbClr val="CBBDE3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4867275" y="4552950"/>
              <a:ext cx="171450" cy="1714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4571695" y="4892992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baseline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334125" y="4552950"/>
              <a:ext cx="171450" cy="1714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961736" y="4892992"/>
              <a:ext cx="916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candidate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010525" y="4552950"/>
              <a:ext cx="171450" cy="1714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513320" y="4892992"/>
              <a:ext cx="1165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一次證據修訂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9496425" y="4495800"/>
              <a:ext cx="285750" cy="285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228472" y="4892992"/>
              <a:ext cx="821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FREEZE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11020425" y="4552950"/>
              <a:ext cx="171450" cy="1714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rgbClr val="EA6A5A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0566785" y="4892992"/>
              <a:ext cx="1078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WITHHELD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350862" y="5121592"/>
              <a:ext cx="42574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SERVICE / MECHANISM / STATE / ENERGY</a:t>
              </a:r>
            </a:p>
          </p:txBody>
        </p:sp>
        <p:sp>
          <p:nvSpPr>
            <p:cNvPr id="80" name="Line 80"/>
            <p:cNvSpPr/>
            <p:nvPr/>
          </p:nvSpPr>
          <p:spPr>
            <a:xfrm>
              <a:off x="3114675" y="55435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57150" cap="rnd">
              <a:solidFill>
                <a:srgbClr val="4EA978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3697605" y="5457825"/>
              <a:ext cx="5724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服務失敗不得用 bit/J 蓋過；FREEZE 後不再 retune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2234613" y="5896928"/>
            <a:ext cx="7865650" cy="205359"/>
            <a:chOff x="2234613" y="5896928"/>
            <a:chExt cx="7865650" cy="205359"/>
          </a:xfrm>
        </p:grpSpPr>
        <p:sp>
          <p:nvSpPr>
            <p:cNvPr id="83" name="TextBox 83"/>
            <p:cNvSpPr txBox="1"/>
            <p:nvPr/>
          </p:nvSpPr>
          <p:spPr>
            <a:xfrm>
              <a:off x="2234613" y="5896928"/>
              <a:ext cx="7865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b="1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SIMULATED TEACHING DATA / NOT LIVE / NOT MEASURED / NOT CANONICAL-PARITY-VERIFIED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ot-layout_05-2 Placeholder Carrier"/>
          <p:cNvSpPr txBox="1"/>
          <p:nvPr>
            <p:ph type="title"/>
          </p:nvPr>
        </p:nvSpPr>
        <p:spPr>
          <a:xfrm>
            <a:off x="627572" y="250217"/>
            <a:ext cx="5046673" cy="547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2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能量變好，不等於系統成功</a:t>
            </a:r>
          </a:p>
        </p:txBody>
      </p:sp>
      <p:sp>
        <p:nvSpPr>
          <p:cNvPr id="11" name="slot-layout_05-3 Placeholder Carrier"/>
          <p:cNvSpPr txBox="1"/>
          <p:nvPr>
            <p:ph type="sldNum" idx="10"/>
          </p:nvPr>
        </p:nvSpPr>
        <p:spPr>
          <a:xfrm>
            <a:off x="11584229" y="6554152"/>
            <a:ext cx="1749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t-TW" sz="10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57225" y="1123950"/>
            <a:ext cx="10895457" cy="2268665"/>
            <a:chOff x="657225" y="1123950"/>
            <a:chExt cx="10895457" cy="2268665"/>
          </a:xfrm>
        </p:grpSpPr>
        <p:sp>
          <p:nvSpPr>
            <p:cNvPr id="12" name="Rectangle 12"/>
            <p:cNvSpPr/>
            <p:nvPr/>
          </p:nvSpPr>
          <p:spPr>
            <a:xfrm>
              <a:off x="657225" y="1123950"/>
              <a:ext cx="57150" cy="21145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66775" y="1162050"/>
              <a:ext cx="1123950" cy="32385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7846" y="1228725"/>
              <a:ext cx="13618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CLAIM · 03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4895850" y="1266825"/>
              <a:ext cx="2133600" cy="1828800"/>
            </a:xfrm>
            <a:prstGeom prst="ellipse">
              <a:avLst/>
            </a:prstGeom>
            <a:solidFill>
              <a:srgbClr val="F2ECF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353300" y="1314450"/>
              <a:ext cx="3867150" cy="1676400"/>
            </a:xfrm>
            <a:prstGeom prst="ellipse">
              <a:avLst/>
            </a:prstGeom>
            <a:solidFill>
              <a:srgbClr val="FFF5D6">
                <a:alpha val="78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85825" y="2026920"/>
              <a:ext cx="301287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39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Prediction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03330" y="1816418"/>
              <a:ext cx="518640" cy="1133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5850" b="1" dirty="0">
                  <a:solidFill>
                    <a:srgbClr val="EA6A5A"/>
                  </a:solidFill>
                  <a:latin typeface="Times New Roman"/>
                  <a:ea typeface="Times New Roman"/>
                  <a:cs typeface="Times New Roman"/>
                </a:rPr>
                <a:t>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48550" y="2026920"/>
              <a:ext cx="187809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39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Saving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63930" y="2714625"/>
              <a:ext cx="1359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看見下降趨勢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59980" y="2714625"/>
              <a:ext cx="1359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rgbClr val="876416"/>
                  </a:solidFill>
                  <a:latin typeface="+mn-lt"/>
                  <a:ea typeface="+mn-ea"/>
                  <a:cs typeface="+mn-cs"/>
                </a:rPr>
                <a:t>證明系統成功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71610" y="3069908"/>
              <a:ext cx="2481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先通過服務，再談能量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00278" y="3367088"/>
            <a:ext cx="10939958" cy="1268349"/>
            <a:chOff x="700278" y="3367088"/>
            <a:chExt cx="10939958" cy="1268349"/>
          </a:xfrm>
        </p:grpSpPr>
        <p:sp>
          <p:nvSpPr>
            <p:cNvPr id="24" name="TextBox 24"/>
            <p:cNvSpPr txBox="1"/>
            <p:nvPr/>
          </p:nvSpPr>
          <p:spPr>
            <a:xfrm>
              <a:off x="855345" y="3367088"/>
              <a:ext cx="237515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證據鏈不能跳步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619250" y="4067175"/>
              <a:ext cx="9115425" cy="9525"/>
            </a:xfrm>
            <a:custGeom>
              <a:avLst/>
              <a:gdLst/>
              <a:ahLst/>
              <a:cxnLst/>
              <a:rect l="l" t="t" r="r" b="b"/>
              <a:pathLst>
                <a:path w="9115425" h="9525">
                  <a:moveTo>
                    <a:pt x="0" y="0"/>
                  </a:moveTo>
                  <a:lnTo>
                    <a:pt x="9115425" y="0"/>
                  </a:lnTo>
                </a:path>
              </a:pathLst>
            </a:custGeom>
            <a:noFill/>
            <a:ln w="38100">
              <a:solidFill>
                <a:srgbClr val="C7D1E3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847850" y="4067175"/>
              <a:ext cx="1524000" cy="1"/>
            </a:xfrm>
            <a:prstGeom prst="line">
              <a:avLst/>
            </a:prstGeom>
            <a:noFill/>
            <a:ln w="38100">
              <a:solidFill>
                <a:schemeClr val="dk1"/>
              </a:solidFill>
              <a:tailEnd type="triangle" w="lg" len="lg"/>
            </a:ln>
          </p:spPr>
        </p:sp>
        <p:sp>
          <p:nvSpPr>
            <p:cNvPr id="27" name="Line 27"/>
            <p:cNvSpPr/>
            <p:nvPr/>
          </p:nvSpPr>
          <p:spPr>
            <a:xfrm>
              <a:off x="3829050" y="4067175"/>
              <a:ext cx="1638300" cy="1"/>
            </a:xfrm>
            <a:prstGeom prst="line">
              <a:avLst/>
            </a:prstGeom>
            <a:noFill/>
            <a:ln w="38100">
              <a:solidFill>
                <a:schemeClr val="dk1"/>
              </a:solidFill>
              <a:tailEnd type="triangle" w="lg" len="lg"/>
            </a:ln>
          </p:spPr>
        </p:sp>
        <p:sp>
          <p:nvSpPr>
            <p:cNvPr id="28" name="Line 28"/>
            <p:cNvSpPr/>
            <p:nvPr/>
          </p:nvSpPr>
          <p:spPr>
            <a:xfrm>
              <a:off x="5962650" y="4067175"/>
              <a:ext cx="1600200" cy="1"/>
            </a:xfrm>
            <a:prstGeom prst="line">
              <a:avLst/>
            </a:prstGeom>
            <a:noFill/>
            <a:ln w="38100">
              <a:solidFill>
                <a:schemeClr val="dk1"/>
              </a:solidFill>
              <a:tailEnd type="triangle" w="lg" len="lg"/>
            </a:ln>
          </p:spPr>
        </p:sp>
        <p:sp>
          <p:nvSpPr>
            <p:cNvPr id="29" name="Line 29"/>
            <p:cNvSpPr/>
            <p:nvPr/>
          </p:nvSpPr>
          <p:spPr>
            <a:xfrm>
              <a:off x="8096250" y="4067175"/>
              <a:ext cx="1828800" cy="1"/>
            </a:xfrm>
            <a:prstGeom prst="line">
              <a:avLst/>
            </a:prstGeom>
            <a:noFill/>
            <a:ln w="38100">
              <a:solidFill>
                <a:schemeClr val="dk1"/>
              </a:solidFill>
              <a:tailEnd type="triangle" w="lg" len="lg"/>
            </a:ln>
          </p:spPr>
        </p:sp>
        <p:sp>
          <p:nvSpPr>
            <p:cNvPr id="30" name="Ellipse 30"/>
            <p:cNvSpPr/>
            <p:nvPr/>
          </p:nvSpPr>
          <p:spPr>
            <a:xfrm>
              <a:off x="1447800" y="3895725"/>
              <a:ext cx="342900" cy="3429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34972" y="3778568"/>
              <a:ext cx="968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IDENTITY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0278" y="4331018"/>
              <a:ext cx="1837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情境／seed／freeze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3390900" y="3857625"/>
              <a:ext cx="419100" cy="419100"/>
            </a:xfrm>
            <a:prstGeom prst="ellipse">
              <a:avLst/>
            </a:prstGeom>
            <a:solidFill>
              <a:srgbClr val="E9F6EF"/>
            </a:solidFill>
            <a:ln w="38100">
              <a:solidFill>
                <a:srgbClr val="4EA97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152897" y="3778568"/>
              <a:ext cx="8951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SERVICE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88641" y="4331018"/>
              <a:ext cx="2423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delivery／deadline／fresh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486400" y="3819525"/>
              <a:ext cx="495300" cy="495300"/>
            </a:xfrm>
            <a:prstGeom prst="ellipse">
              <a:avLst/>
            </a:prstGeom>
            <a:solidFill>
              <a:srgbClr val="E9F7F8"/>
            </a:solidFill>
            <a:ln w="38100">
              <a:solidFill>
                <a:schemeClr val="accent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102874" y="3778568"/>
              <a:ext cx="126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177B85"/>
                  </a:solidFill>
                  <a:latin typeface="Times New Roman"/>
                  <a:ea typeface="Times New Roman"/>
                  <a:cs typeface="Times New Roman"/>
                </a:rPr>
                <a:t>MECHANISM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43069" y="4331018"/>
              <a:ext cx="1981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queue／retry／state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543800" y="3781425"/>
              <a:ext cx="571500" cy="571500"/>
            </a:xfrm>
            <a:prstGeom prst="ellipse">
              <a:avLst/>
            </a:prstGeom>
            <a:solidFill>
              <a:srgbClr val="FFF5D6"/>
            </a:solidFill>
            <a:ln w="38100">
              <a:solidFill>
                <a:srgbClr val="F4B94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86132" y="3778568"/>
              <a:ext cx="1286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876416"/>
                  </a:solidFill>
                  <a:latin typeface="Times New Roman"/>
                  <a:ea typeface="Times New Roman"/>
                  <a:cs typeface="Times New Roman"/>
                </a:rPr>
                <a:t>ENDPOINT J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79412" y="4331018"/>
              <a:ext cx="13002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同一 boundary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9925050" y="3705225"/>
              <a:ext cx="723900" cy="723900"/>
            </a:xfrm>
            <a:prstGeom prst="ellipse">
              <a:avLst/>
            </a:prstGeom>
            <a:solidFill>
              <a:srgbClr val="F2ECFA"/>
            </a:solidFill>
            <a:ln w="38100">
              <a:solidFill>
                <a:schemeClr val="accent3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912134" y="3971925"/>
              <a:ext cx="749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6D4C9B"/>
                  </a:solidFill>
                  <a:latin typeface="Times New Roman"/>
                  <a:ea typeface="Times New Roman"/>
                  <a:cs typeface="Times New Roman"/>
                </a:rPr>
                <a:t>CLAIM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33764" y="4430078"/>
              <a:ext cx="27064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supports／contradicts／insufficient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57225" y="4762500"/>
            <a:ext cx="11033130" cy="975551"/>
            <a:chOff x="657225" y="4762500"/>
            <a:chExt cx="11033130" cy="975551"/>
          </a:xfrm>
        </p:grpSpPr>
        <p:sp>
          <p:nvSpPr>
            <p:cNvPr id="46" name="Line 46"/>
            <p:cNvSpPr/>
            <p:nvPr/>
          </p:nvSpPr>
          <p:spPr>
            <a:xfrm>
              <a:off x="657225" y="476250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57150" cap="rnd">
              <a:solidFill>
                <a:schemeClr val="accent3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9155" y="4838700"/>
              <a:ext cx="15834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可辯護的結論句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9917" y="5150168"/>
              <a:ext cx="8712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 identity ＋ service pass ＋ mechanism trace ＋同一 endpoint boundary → conditional claim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895350" y="5486400"/>
              <a:ext cx="133350" cy="133350"/>
            </a:xfrm>
            <a:prstGeom prst="ellipse">
              <a:avLst/>
            </a:prstGeom>
            <a:solidFill>
              <a:srgbClr val="EA6A5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126617" y="5474018"/>
              <a:ext cx="73520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9B3E35"/>
                  </a:solidFill>
                  <a:latin typeface="+mn-lt"/>
                  <a:ea typeface="+mn-ea"/>
                  <a:cs typeface="+mn-cs"/>
                </a:rPr>
                <a:t>replay identity 失敗 → 保留 prior state / same-scenario fallback；不可捏造 KPI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191625" y="4819650"/>
              <a:ext cx="1066800" cy="323850"/>
            </a:xfrm>
            <a:prstGeom prst="roundRect">
              <a:avLst>
                <a:gd name="adj" fmla="val 50000"/>
              </a:avLst>
            </a:prstGeom>
            <a:solidFill>
              <a:srgbClr val="E9F6EF"/>
            </a:solidFill>
            <a:ln w="19050">
              <a:solidFill>
                <a:srgbClr val="4EA97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130574" y="4892992"/>
              <a:ext cx="11889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COMPLETE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382250" y="4819650"/>
              <a:ext cx="1219200" cy="323850"/>
            </a:xfrm>
            <a:prstGeom prst="roundRect">
              <a:avLst>
                <a:gd name="adj" fmla="val 50000"/>
              </a:avLst>
            </a:prstGeom>
            <a:solidFill>
              <a:srgbClr val="FCE9E6"/>
            </a:solidFill>
            <a:ln w="19050">
              <a:solidFill>
                <a:srgbClr val="EA6A5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293346" y="4892992"/>
              <a:ext cx="13970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INCOMPLETE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2234613" y="5896928"/>
            <a:ext cx="7865650" cy="205359"/>
            <a:chOff x="2234613" y="5896928"/>
            <a:chExt cx="7865650" cy="205359"/>
          </a:xfrm>
        </p:grpSpPr>
        <p:sp>
          <p:nvSpPr>
            <p:cNvPr id="56" name="TextBox 56"/>
            <p:cNvSpPr txBox="1"/>
            <p:nvPr/>
          </p:nvSpPr>
          <p:spPr>
            <a:xfrm>
              <a:off x="2234613" y="5896928"/>
              <a:ext cx="7865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b="1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SIMULATED TEACHING DATA / NOT LIVE / NOT MEASURED / NOT CANONICAL-PARITY-VERIFIED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7223B"/>
      </a:dk1>
      <a:lt1>
        <a:srgbClr val="FFFFFF"/>
      </a:lt1>
      <a:dk2>
        <a:srgbClr val="1F497D"/>
      </a:dk2>
      <a:lt2>
        <a:srgbClr val="FFFFFF"/>
      </a:lt2>
      <a:accent1>
        <a:srgbClr val="35377F"/>
      </a:accent1>
      <a:accent2>
        <a:srgbClr val="28B8C7"/>
      </a:accent2>
      <a:accent3>
        <a:srgbClr val="9B79D0"/>
      </a:accent3>
      <a:accent4>
        <a:srgbClr val="35377F"/>
      </a:accent4>
      <a:accent5>
        <a:srgbClr val="F4F7FB"/>
      </a:accent5>
      <a:accent6>
        <a:srgbClr val="17223B"/>
      </a:accent6>
      <a:hlink>
        <a:srgbClr val="28B8C7"/>
      </a:hlink>
      <a:folHlink>
        <a:srgbClr val="9B79D0"/>
      </a:folHlink>
    </a:clrScheme>
    <a:fontScheme name="PPT Master">
      <a:majorFont>
        <a:latin typeface="Times New Roman"/>
        <a:ea typeface="DFKai-SB"/>
        <a:cs typeface="Times New Roman"/>
        <a:font script="Jpan" typeface="DFKai-SB"/>
        <a:font script="Hang" typeface="DFKai-SB"/>
        <a:font script="Hans" typeface="DFKai-SB"/>
        <a:font script="Hant" typeface="DFKai-SB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DFKai-SB"/>
        <a:cs typeface="Times New Roman"/>
        <a:font script="Jpan" typeface="DFKai-SB"/>
        <a:font script="Hang" typeface="DFKai-SB"/>
        <a:font script="Hans" typeface="DFKai-SB"/>
        <a:font script="Hant" typeface="DFKai-SB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zh-Hant-TW</dc:language>
  <cp:lastModifiedBy/>
  <cp:revision>1</cp:revision>
  <dcterms:created xsi:type="dcterms:W3CDTF">2026-08-11T13:58:30Z</dcterms:created>
  <dcterms:modified xsi:type="dcterms:W3CDTF">2026-08-11T13:58:30Z</dcterms:modified>
  <cp:category/>
  <cp:contentStatus/>
</cp:coreProperties>
</file>