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3.xml" /></Relationships>
</file>

<file path=ppt/notesSlides/_rels/notesSlide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4.xml" /></Relationships>
</file>

<file path=ppt/notesSlides/_rels/notesSlide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5.xml" /></Relationships>
</file>

<file path=ppt/notesSlides/_rels/notesSlide6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6.xml" /></Relationships>
</file>

<file path=ppt/notesSlides/_rels/notesSlide7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.xml" /></Relationships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這堂課先從物聯網終端的能源決策開始，而不是從衛星術語開始。裝置選擇送、等或休眠時，同時改變封包服務與功率乘時間所累積的能量。LoRaEnergySim 讓這些終端後果可以被觀察；Leo 只提供一個會改變的服務窗口。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請沿著因果鏈由左到右讀。資料與狀態先進入策略，策略產生送、等、休眠或批次行動，接著才有封包與服務後果；功率經過時間才累積成焦耳。最後的證據必須能支持或推翻原先的預測。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LoRaEnergySim 的直接價值，是讓終端狀態、封包嘗試、重試、送達與能量結果成為可檢查事件。課程包裝層加入的假設必須另外標示，不能說成上游測量。終端能量也不能被改名成既有 C-120 的 canonical system energy。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LEO 在這裡只負責把服務機會變成會開、會關、品質會改變的時間窗。這讓學員必須在現在送、等一下、批次或休眠之間做決策，並同時檢查服務與能量。學到的是 changing opportunity 下的控制思維，而不是衛星工程專業。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兩層 replay 可以在同一個情境與時鐘上一起呈現，但各自負責不同證據。既有 replay 保留系統層欄位；新的終端 replay 只負責策略、佇列、封包、無線狀態與終端能量。這條界線讓課程可以前進，又不會把終端模型誤稱為 whole-system 真值。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學員先留下對佇列、服務、狀態時間與終端能量的預測，再只改 student_policy.py 的標記區域。Runner 產生 deterministic JSON，Leo 做 strict import 後呈現 replay；同一份凍結策略還要接受 withheld case。最後留下的是完整 evidence chain 與可重新開啟的 workbook。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這五欄不是附加說明，而是每一個操作的教學契約。學員要知道自己做什麼、為什麼做、改變哪個機制、執行前期待看到什麼，以及意外結果該如何解讀與恢復。目前 release URL、commands、case names 與 line numbers 尚未凍結，所以本頁只展示 grammar，不冒充 final teaching page。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這是 draft SDD 提出的 exact-120 新時鐘，仍需要 owner 接受。Runner setup 從第五分鐘開始，最晚第十三分鐘切到同情境 fallback，因此不能吞掉後面的三個 causal labs。任何 contingency branch 都必須在原本 protected clock 內回到 core path。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這一頁是 owner gate。請先裁決 opening narrative、原生 educate 模板視覺與 endpoint/system wording。未裁決前，不進入 final setup、command、code、browser evidence 或完整 deck production。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每一次 SEND、WAIT、SLEEP，都是能源決策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>智慧節能與物聯網應用</a:t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節能是一條可檢驗因果鏈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 xml:space="preserve">STATE / DATA → POLICY → PACKET / SERVICE
POWER × TIME → ENDPOINT ENERGY → EVIDENCE
LaTeX：</a:t>
            </a:r>
            <a:r>
              <a:rPr lang="zh-TW" altLang="en-US" dirty="0" i="1">
                <a:latin typeface="Times New Roman"/>
                <a:ea typeface="標楷體"/>
                <a:cs typeface="Times New Roman"/>
              </a:rPr>
              <a:t>\(E_{\mathit{endpoint}}=\sum_s P_s t_s\)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LoRa 證據邊界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可觀察
SLEEP / IDLE / WAKE / PROCESS / TX / RX
packet attempt / retry / delivered / expired
queue / service / endpoint energy
不能宣稱
NOT LIVE / NOT MEASURED / NOT SYSTEM ENERGY
wrapper-added assumptions 必須分開標示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24–38；C120 integration SDD 883–907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LEO：變動服務窗口範例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CHANGING SERVICE WINDOW
OPEN → QUALITY SHIFTS → CLOSE
現在送｜等待｜批次｜休眠
LEO 只讓取捨更容易看見；不是學習目標。
可轉移：smart farm / HVAC / edge / logistics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14–37, 1082–1096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兩層 evidence 不互相冒充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同一 scenario / TLE source / clock
C120AuthoritativeReplay
system power / consumed J / canonical bit/J
C120LoraEndpointReplay
policy / queue / packet / radio state / endpoint energy
NO ALIASING｜endpoint J ≠ system J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366–388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從預測到驗證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PREDICT → EDIT → RUN → IMPORT
WITHHELD + WORKBOOK ← REPLAY
只改 student_policy.py marked region。
JSON strict import；同一 scenario / clock。
凍結 policy 後再跑 withheld case。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Authority｜ADR-004 42–71；C120 integration SDD 287–295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操作與修改的五問框架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DO｜實際動作
WHY｜為何需要
MECHANISM｜改變哪個環境、policy、packet、state 或 energy 機制
EXPECT｜執行前預期哪個 receipt / evidence 改變
INTERPRET｜符合、意外、失敗與最小 recovery
CURRENT EVIDENCE GAP
release / command / case / line numbers 尚未凍結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273–295, 762–766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120 分鐘：setup 與 labs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WHY 5｜SETUP 8｜MODEL 8｜ANCHOR 8
LAB A 21｜LAB B 21｜RECOVERY 5
LAB C 23｜CLINIC 10｜TRANSFER 11
合計 120 分鐘
setup 有 fallback；三個 causal labs 的 protected clock 不可被吃掉。
PROPOSED IN DRAFT SDD / OWNER REVIEW REQUIRED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115–170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50D06974-0E38-4F3A-AEF8-48CE3E4FB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>Opening checkpoint</a:t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dirty="0" i="0" sz="280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dirty="0" i="0" sz="2800">
                <a:latin typeface="Times New Roman"/>
                <a:ea typeface="標楷體"/>
                <a:cs typeface="Times New Roman"/>
              </a:rPr>
              <a:t/>
            </a:r>
          </a:p>
        </p:txBody>
      </p:sp>
      <p:sp>
        <p:nvSpPr>
          <p:cNvPr id="3" name="內容版面配置區 2">
            <a:extLst>
              <a:ext uri="{FF2B5EF4-FFF2-40B4-BE49-F238E27FC236}">
                <ns2:creationId id="{ACAD95C4-D973-4108-AFBD-3126EAB7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i="0">
                <a:latin typeface="Times New Roman"/>
                <a:ea typeface="標楷體"/>
                <a:cs typeface="Times New Roman"/>
              </a:rPr>
              <a:t>01 敘事｜IoT endpoint first；LEO 只是 changing-window example
02 視覺｜educate.pptx 原生背景與配色
03 邊界｜endpoint ≠ system / canonical
04 生產｜evidence 未凍結前，不做 final teaching pages
OWNER：＿＿　APPROVE / REVISE：＿＿　DATE：＿＿
STOP AFTER CHECKPOINT｜NO COMMIT｜NO PUSH</a:t>
            </a:r>
          </a:p>
        </p:txBody>
      </p:sp>
      <p:sp>
        <p:nvSpPr>
          <p:cNvPr id="4" name="內容版面配置區 3">
            <a:extLst>
              <a:ext uri="{FF2B5EF4-FFF2-40B4-BE49-F238E27FC236}">
                <ns2:creationId id="{C877D301-1EC9-40FA-AB8E-FAE586FBE37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TW" b="1" i="0" u="none" strike="noStrike" baseline="0" dirty="0" err="1">
                <a:latin typeface="Times New Roman"/>
                <a:ea typeface="標楷體"/>
                <a:cs typeface="Times New Roman"/>
              </a:rPr>
              <a:t>Authority｜C120 integration SDD 1321–1352, 1570–1585</a:t>
            </a:r>
            <a:r>
              <a:rPr lang="en-US" altLang="zh-TW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1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zh-TW" altLang="en-US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>
              <a:latin typeface="Times New Roman"/>
              <a:ea typeface="標楷體"/>
              <a:cs typeface="Times New Roman"/>
            </a:endParaRPr>
          </a:p>
          <a:p>
            <a:endParaRPr lang="zh-TW" altLang="en-US" dirty="0" i="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1669816228"/>
      </p:ext>
    </p:extLst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