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owner gate。請先裁決 opening narrative、原生 educate 模板視覺與 endpoint/system wording。未裁決前，不進入 final setup、command、code、browser evidence 或完整 deck production。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LaTeX：E_{\mathit{endpoint}}=\sum_s P_s t_s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同一 scenario / TLE source / clock
CANONICAL SYSTEM
power / consumed J / canonical bit/J
LORA ENDPOINT
policy / queue / packet / state / endpoint J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DO｜做什麼
WHY｜為何做
MECHANISM｜改變哪個 policy / packet / state / energy
EXPECT｜預期哪個 receipt / evidence 改變
INTERPRET｜符合、意外、失敗、最小 recovery
EVIDENCE GAP｜release / command / case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 120 分鐘
保護：setup fallback；三個 causal labs 時鐘固定
DRAFT｜OWNER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01 敘事｜IoT endpoint first；LEO 只是 changing-window example
02 視覺｜educate.pptx 原生背景與配色
03 邊界｜endpoint ≠ system / canonical
04 生產｜evidence 未凍結前，不做 final teaching pages
DECISION｜APPROVE / REVISE
STOP｜CHECKPOINT ONLY / NO COMMIT / 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