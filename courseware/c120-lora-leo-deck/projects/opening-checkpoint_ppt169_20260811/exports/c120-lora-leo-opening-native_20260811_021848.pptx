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p15="http://schemas.microsoft.com/office/powerpoint/2012/main" xmlns:r="http://schemas.openxmlformats.org/officeDocument/2006/relationships" saveSubsetFonts="1">
  <p:sldMasterIdLst>
    <p:sldMasterId id="2147483708" r:id="rId1"/>
  </p:sldMasterIdLst>
  <p:notesMasterIdLst>
    <p:notesMasterId r:id="rId4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?>
<Relationships xmlns="http://schemas.openxmlformats.org/package/2006/relationships"><Relationship Id="rId8" Type="http://schemas.openxmlformats.org/officeDocument/2006/relationships/tableStyles" Target="tableStyles.xml" /><Relationship Id="rId7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4" Type="http://schemas.openxmlformats.org/officeDocument/2006/relationships/notesMaster" Target="notesMasters/notesMaster1.xml" /><Relationship Id="rId9" Type="http://schemas.openxmlformats.org/officeDocument/2006/relationships/slide" Target="slides/slide3.xml" /><Relationship Id="rId10" Type="http://schemas.openxmlformats.org/officeDocument/2006/relationships/slide" Target="slides/slide4.xml" /><Relationship Id="rId11" Type="http://schemas.openxmlformats.org/officeDocument/2006/relationships/slide" Target="slides/slide5.xml" /><Relationship Id="rId12" Type="http://schemas.openxmlformats.org/officeDocument/2006/relationships/slide" Target="slides/slide6.xml" /><Relationship Id="rId13" Type="http://schemas.openxmlformats.org/officeDocument/2006/relationships/slide" Target="slides/slide7.xml" /><Relationship Id="rId14" Type="http://schemas.openxmlformats.org/officeDocument/2006/relationships/slide" Target="slides/slide8.xml" /><Relationship Id="rId15" Type="http://schemas.openxmlformats.org/officeDocument/2006/relationships/slide" Target="slides/slide9.xml" /><Relationship Id="rId16" Type="http://schemas.openxmlformats.org/officeDocument/2006/relationships/slide" Target="slides/slide10.xml" /><Relationship Id="rId17" Type="http://schemas.openxmlformats.org/officeDocument/2006/relationships/slide" Target="slides/slide1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.xml" /></Relationships>
</file>

<file path=ppt/notesSlides/_rels/notesSlide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.xml" /></Relationships>
</file>

<file path=ppt/notesSlides/_rels/notesSlide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.xml" /></Relationships>
</file>

<file path=ppt/notesSlides/_rels/notesSlide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.xml" /></Relationships>
</file>

<file path=ppt/notesSlides/_rels/notesSlide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.xml" /></Relationships>
</file>

<file path=ppt/notesSlides/_rels/notesSlide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.xml" /></Relationships>
</file>

<file path=ppt/notesSlides/_rels/notesSlide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.xml" /></Relationships>
</file>

<file path=ppt/notesSlides/_rels/notesSlide1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.xml" /></Relationships>
</file>

<file path=ppt/notesSlides/_rels/notesSlide1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1.xml" /></Relationship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這堂課先從物聯網終端的能源決策開始，而不是從衛星術語開始。裝置選擇送、等或休眠時，同時改變封包服務與功率乘時間所累積的能量。LoRaEnergySim 讓這些終端後果可以被觀察；Leo 只提供一個會改變的服務窗口。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請沿著因果鏈由左到右讀。資料與狀態先進入策略，策略產生送、等、休眠或批次行動，接著才有封包與服務後果；功率經過時間才累積成焦耳。最後的證據必須能支持或推翻原先的預測。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LoRaEnergySim 的直接價值，是讓終端狀態、封包嘗試、重試、送達與能量結果成為可檢查事件。課程包裝層加入的假設必須另外標示，不能說成上游測量。終端能量也不能被改名成既有 C-120 的 canonical system energy。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LEO 在這裡只負責把服務機會變成會開、會關、品質會改變的時間窗。這讓學員必須在現在送、等一下、批次或休眠之間做決策，並同時檢查服務與能量。學到的是 changing opportunity 下的控制思維，而不是衛星工程專業。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兩層 replay 可以在同一個情境與時鐘上一起呈現，但各自負責不同證據。既有 replay 保留系統層欄位；新的終端 replay 只負責策略、佇列、封包、無線狀態與終端能量。這條界線讓課程可以前進，又不會把終端模型誤稱為 whole-system 真值。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學員先留下對佇列、服務、狀態時間與終端能量的預測，再只改 student_policy.py 的標記區域。Runner 產生 deterministic JSON，Leo 做 strict import 後呈現 replay；同一份凍結策略還要接受 withheld case。最後留下的是完整 evidence chain 與可重新開啟的 workbook。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這五欄不是附加說明，而是每一個操作的教學契約。學員要知道自己做什麼、為什麼做、改變哪個機制、執行前期待看到什麼，以及意外結果該如何解讀與恢復。目前 release URL、commands、case names 與 line numbers 尚未凍結，所以本頁只展示 grammar，不冒充 final teaching page。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這是 draft SDD 提出的 exact-120 新時鐘，仍需要 owner 接受。Runner setup 從第五分鐘開始，最晚第十三分鐘切到同情境 fallback，因此不能吞掉後面的三個 causal labs。任何 contingency branch 都必須在原本 protected clock 內回到 core path。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這一頁是 owner gate。請先裁決 opening narrative、原生 educate 模板視覺與 endpoint/system wording。未裁決前，不進入 final setup、command、code、browser evidence 或完整 deck production。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F80F928-0BFD-43F3-B309-F20FD4B2E0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3509"/>
            <a:ext cx="12192000" cy="21620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7FDDD4-34FF-4C30-A3FA-0C9DE9C65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21662"/>
            <a:ext cx="12192000" cy="2162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37E7AB-D74C-4DDB-911A-5E4E55C8C56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5728" y="6340475"/>
            <a:ext cx="10705672" cy="350555"/>
          </a:xfrm>
        </p:spPr>
        <p:txBody>
          <a:bodyPr/>
          <a:lstStyle>
            <a:lvl1pPr marL="0" indent="0">
              <a:buFontTx/>
              <a:buNone/>
              <a:defRPr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93B48-16BE-E45D-6372-999419BFA5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112EF57-5A2F-97E4-31F4-6B2593170B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D15BFF-517B-3F62-F57C-7D32F1722A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503788-F803-DC83-ED63-88E8F575E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F9C425-8EE6-52EC-F828-4140E6EFA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2888C7-1B6B-55CD-3260-A183B3AD7E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837BF0-9322-459D-EC50-1D7F6B46FE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2D1CF3-7FC4-BA66-E0BC-42D6639BC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7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> Sie, um die </a:t>
            </a:r>
            <a:r>
              <a:rPr lang="en-US" altLang="zh-TW" dirty="0" err="1"/>
              <a:t>Formate</a:t>
            </a:r>
            <a:r>
              <a:rPr lang="en-US" altLang="zh-TW" dirty="0"/>
              <a:t> des </a:t>
            </a:r>
            <a:r>
              <a:rPr lang="en-US" altLang="zh-TW" dirty="0" err="1"/>
              <a:t>Vorlagentextes</a:t>
            </a:r>
            <a:r>
              <a:rPr lang="en-US" altLang="zh-TW" dirty="0"/>
              <a:t> </a:t>
            </a:r>
            <a:r>
              <a:rPr lang="en-US" altLang="zh-TW" dirty="0" err="1"/>
              <a:t>zu</a:t>
            </a:r>
            <a:r>
              <a:rPr lang="en-US" altLang="zh-TW" dirty="0"/>
              <a:t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0913959-438C-19FB-F2F8-1592E452ADC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3.xml" 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slide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A1DD83AA-F47A-45B9-B139-7BEF20F950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zh-TW" b="0" i="0" u="none" strike="noStrike" baseline="0" dirty="0">
                <a:latin typeface="Times-Roman"/>
              </a:rPr>
              <a:t>每一次 SEND、WAIT、SLEEP，都是能源決策</a:t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id="{46C66A00-D57B-4EA9-AA9B-8637032128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b="0" i="0" u="none" strike="noStrike" baseline="0" dirty="0">
                <a:latin typeface="Times-Roman"/>
              </a:rPr>
              <a:t>智慧節能與物聯網應用</a:t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</p:txBody>
      </p:sp>
    </p:spTree>
    <p:extLst>
      <p:ext uri="{BB962C8B-B14F-4D97-AF65-F5344CB8AC3E}">
        <p14:creationId val="2393275261"/>
      </p:ext>
    </p:extLst>
  </p:cSld>
  <p:clrMapOvr>
    <a:masterClrMapping/>
  </p:clrMapOvr>
</p:sld>
</file>

<file path=ppt/slides/slide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節能是一條可檢驗因果鏈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STATE / DATA → POLICY → PACKET / SERVICE
POWER × TIME → ENDPOINT ENERGY → EVIDENCE
LaTeX：\(E_{\mathit{endpoint}}=\sum_s P_s t_s\)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1082–1096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LoRa 證據邊界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可觀察
SLEEP / IDLE / WAKE / PROCESS / TX / RX
packet attempt / retry / delivered / expired
queue / service / endpoint energy
不能宣稱
NOT LIVE / NOT MEASURED / NOT SYSTEM ENERGY
wrapper-added assumptions 必須分開標示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Authority｜ADR-004 24–38；C120 integration SDD 883–907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LEO：變動服務窗口範例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CHANGING SERVICE WINDOW
OPEN → QUALITY SHIFTS → CLOSE
現在送｜等待｜批次｜休眠
LEO 只讓取捨更容易看見；不是學習目標。
可轉移：smart farm / HVAC / edge / logistics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14–37, 1082–1096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7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兩層 evidence 不互相冒充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同一 scenario / TLE source / clock
C120AuthoritativeReplay
system power / consumed J / canonical bit/J
C120LoraEndpointReplay
policy / queue / packet / radio state / endpoint energy
NO ALIASING｜endpoint J ≠ system J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366–388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8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從預測到驗證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PREDICT → EDIT → RUN → IMPORT
WITHHELD + WORKBOOK ← REPLAY
只改 student_policy.py marked region。
JSON strict import；同一 scenario / clock。
凍結 policy 後再跑 withheld case。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Authority｜ADR-004 42–71；C120 integration SDD 287–295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9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操作與修改的五問框架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DO｜實際動作
WHY｜為何需要
MECHANISM｜改變哪個環境、policy、packet、state 或 energy 機制
EXPECT｜執行前預期哪個 receipt / evidence 改變
INTERPRET｜符合、意外、失敗與最小 recovery
CURRENT EVIDENCE GAP
release / command / case / line numbers 尚未凍結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273–295, 762–766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10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120 分鐘：setup 與 labs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WHY 5｜SETUP 8｜MODEL 8｜ANCHOR 8
LAB A 21｜LAB B 21｜RECOVERY 5
LAB C 23｜CLINIC 10｜TRANSFER 11
合計 120 分鐘
setup 有 fallback；三個 causal labs 的 protected clock 不可被吃掉。
PROPOSED IN DRAFT SDD / OWNER REVIEW REQUIRED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115–170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1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Opening checkpoint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01 敘事｜IoT endpoint first；LEO 只是 changing-window example
02 視覺｜educate.pptx 原生背景與配色
03 邊界｜endpoint ≠ system / canonical
04 生產｜evidence 未凍結前，不做 final teaching pages
OWNER：＿＿　APPROVE / REVISE：＿＿　DATE：＿＿
STOP AFTER CHECKPOINT｜NO COMMIT｜NO PUSH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1321–1352, 1570–1585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1493</cp:revision>
  <dcterms:created xsi:type="dcterms:W3CDTF">2019-10-21T01:22:34Z</dcterms:created>
  <dcterms:modified xsi:type="dcterms:W3CDTF">2025-12-10T11:42:30Z</dcterms:modified>
</cp:coreProperties>
</file>