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0.xml" ContentType="application/vnd.openxmlformats-officedocument.presentationml.notesSlide+xml"/>
  <ct:Override PartName="/ppt/notesSlides/notesSlide100.xml" ContentType="application/vnd.openxmlformats-officedocument.presentationml.notesSlide+xml"/>
  <ct:Override PartName="/ppt/notesSlides/notesSlide101.xml" ContentType="application/vnd.openxmlformats-officedocument.presentationml.notesSlide+xml"/>
  <ct:Override PartName="/ppt/notesSlides/notesSlide102.xml" ContentType="application/vnd.openxmlformats-officedocument.presentationml.notesSlide+xml"/>
  <ct:Override PartName="/ppt/notesSlides/notesSlide103.xml" ContentType="application/vnd.openxmlformats-officedocument.presentationml.notesSlide+xml"/>
  <ct:Override PartName="/ppt/notesSlides/notesSlide104.xml" ContentType="application/vnd.openxmlformats-officedocument.presentationml.notesSlide+xml"/>
  <ct:Override PartName="/ppt/notesSlides/notesSlide105.xml" ContentType="application/vnd.openxmlformats-officedocument.presentationml.notesSlide+xml"/>
  <ct:Override PartName="/ppt/notesSlides/notesSlide106.xml" ContentType="application/vnd.openxmlformats-officedocument.presentationml.notesSlide+xml"/>
  <ct:Override PartName="/ppt/notesSlides/notesSlide107.xml" ContentType="application/vnd.openxmlformats-officedocument.presentationml.notesSlide+xml"/>
  <ct:Override PartName="/ppt/notesSlides/notesSlide108.xml" ContentType="application/vnd.openxmlformats-officedocument.presentationml.notesSlide+xml"/>
  <ct:Override PartName="/ppt/notesSlides/notesSlide109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10.xml" ContentType="application/vnd.openxmlformats-officedocument.presentationml.notesSlide+xml"/>
  <ct:Override PartName="/ppt/notesSlides/notesSlide111.xml" ContentType="application/vnd.openxmlformats-officedocument.presentationml.notesSlide+xml"/>
  <ct:Override PartName="/ppt/notesSlides/notesSlide112.xml" ContentType="application/vnd.openxmlformats-officedocument.presentationml.notesSlide+xml"/>
  <ct:Override PartName="/ppt/notesSlides/notesSlide113.xml" ContentType="application/vnd.openxmlformats-officedocument.presentationml.notesSlide+xml"/>
  <ct:Override PartName="/ppt/notesSlides/notesSlide114.xml" ContentType="application/vnd.openxmlformats-officedocument.presentationml.notesSlide+xml"/>
  <ct:Override PartName="/ppt/notesSlides/notesSlide115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37.xml" ContentType="application/vnd.openxmlformats-officedocument.presentationml.notesSlide+xml"/>
  <ct:Override PartName="/ppt/notesSlides/notesSlide38.xml" ContentType="application/vnd.openxmlformats-officedocument.presentationml.notesSlide+xml"/>
  <ct:Override PartName="/ppt/notesSlides/notesSlide39.xml" ContentType="application/vnd.openxmlformats-officedocument.presentationml.notesSlide+xml"/>
  <ct:Override PartName="/ppt/notesSlides/notesSlide40.xml" ContentType="application/vnd.openxmlformats-officedocument.presentationml.notesSlide+xml"/>
  <ct:Override PartName="/ppt/notesSlides/notesSlide41.xml" ContentType="application/vnd.openxmlformats-officedocument.presentationml.notesSlide+xml"/>
  <ct:Override PartName="/ppt/notesSlides/notesSlide42.xml" ContentType="application/vnd.openxmlformats-officedocument.presentationml.notesSlide+xml"/>
  <ct:Override PartName="/ppt/notesSlides/notesSlide43.xml" ContentType="application/vnd.openxmlformats-officedocument.presentationml.notesSlide+xml"/>
  <ct:Override PartName="/ppt/notesSlides/notesSlide44.xml" ContentType="application/vnd.openxmlformats-officedocument.presentationml.notesSlide+xml"/>
  <ct:Override PartName="/ppt/notesSlides/notesSlide45.xml" ContentType="application/vnd.openxmlformats-officedocument.presentationml.notesSlide+xml"/>
  <ct:Override PartName="/ppt/notesSlides/notesSlide46.xml" ContentType="application/vnd.openxmlformats-officedocument.presentationml.notesSlide+xml"/>
  <ct:Override PartName="/ppt/notesSlides/notesSlide47.xml" ContentType="application/vnd.openxmlformats-officedocument.presentationml.notesSlide+xml"/>
  <ct:Override PartName="/ppt/notesSlides/notesSlide48.xml" ContentType="application/vnd.openxmlformats-officedocument.presentationml.notesSlide+xml"/>
  <ct:Override PartName="/ppt/notesSlides/notesSlide49.xml" ContentType="application/vnd.openxmlformats-officedocument.presentationml.notesSlide+xml"/>
  <ct:Override PartName="/ppt/notesSlides/notesSlide50.xml" ContentType="application/vnd.openxmlformats-officedocument.presentationml.notesSlide+xml"/>
  <ct:Override PartName="/ppt/notesSlides/notesSlide51.xml" ContentType="application/vnd.openxmlformats-officedocument.presentationml.notesSlide+xml"/>
  <ct:Override PartName="/ppt/notesSlides/notesSlide52.xml" ContentType="application/vnd.openxmlformats-officedocument.presentationml.notesSlide+xml"/>
  <ct:Override PartName="/ppt/notesSlides/notesSlide53.xml" ContentType="application/vnd.openxmlformats-officedocument.presentationml.notesSlide+xml"/>
  <ct:Override PartName="/ppt/notesSlides/notesSlide54.xml" ContentType="application/vnd.openxmlformats-officedocument.presentationml.notesSlide+xml"/>
  <ct:Override PartName="/ppt/notesSlides/notesSlide55.xml" ContentType="application/vnd.openxmlformats-officedocument.presentationml.notesSlide+xml"/>
  <ct:Override PartName="/ppt/notesSlides/notesSlide56.xml" ContentType="application/vnd.openxmlformats-officedocument.presentationml.notesSlide+xml"/>
  <ct:Override PartName="/ppt/notesSlides/notesSlide57.xml" ContentType="application/vnd.openxmlformats-officedocument.presentationml.notesSlide+xml"/>
  <ct:Override PartName="/ppt/notesSlides/notesSlide58.xml" ContentType="application/vnd.openxmlformats-officedocument.presentationml.notesSlide+xml"/>
  <ct:Override PartName="/ppt/notesSlides/notesSlide59.xml" ContentType="application/vnd.openxmlformats-officedocument.presentationml.notesSlide+xml"/>
  <ct:Override PartName="/ppt/notesSlides/notesSlide60.xml" ContentType="application/vnd.openxmlformats-officedocument.presentationml.notesSlide+xml"/>
  <ct:Override PartName="/ppt/notesSlides/notesSlide61.xml" ContentType="application/vnd.openxmlformats-officedocument.presentationml.notesSlide+xml"/>
  <ct:Override PartName="/ppt/notesSlides/notesSlide62.xml" ContentType="application/vnd.openxmlformats-officedocument.presentationml.notesSlide+xml"/>
  <ct:Override PartName="/ppt/notesSlides/notesSlide63.xml" ContentType="application/vnd.openxmlformats-officedocument.presentationml.notesSlide+xml"/>
  <ct:Override PartName="/ppt/notesSlides/notesSlide64.xml" ContentType="application/vnd.openxmlformats-officedocument.presentationml.notesSlide+xml"/>
  <ct:Override PartName="/ppt/notesSlides/notesSlide65.xml" ContentType="application/vnd.openxmlformats-officedocument.presentationml.notesSlide+xml"/>
  <ct:Override PartName="/ppt/notesSlides/notesSlide66.xml" ContentType="application/vnd.openxmlformats-officedocument.presentationml.notesSlide+xml"/>
  <ct:Override PartName="/ppt/notesSlides/notesSlide67.xml" ContentType="application/vnd.openxmlformats-officedocument.presentationml.notesSlide+xml"/>
  <ct:Override PartName="/ppt/notesSlides/notesSlide68.xml" ContentType="application/vnd.openxmlformats-officedocument.presentationml.notesSlide+xml"/>
  <ct:Override PartName="/ppt/notesSlides/notesSlide69.xml" ContentType="application/vnd.openxmlformats-officedocument.presentationml.notesSlide+xml"/>
  <ct:Override PartName="/ppt/notesSlides/notesSlide70.xml" ContentType="application/vnd.openxmlformats-officedocument.presentationml.notesSlide+xml"/>
  <ct:Override PartName="/ppt/notesSlides/notesSlide71.xml" ContentType="application/vnd.openxmlformats-officedocument.presentationml.notesSlide+xml"/>
  <ct:Override PartName="/ppt/notesSlides/notesSlide72.xml" ContentType="application/vnd.openxmlformats-officedocument.presentationml.notesSlide+xml"/>
  <ct:Override PartName="/ppt/notesSlides/notesSlide73.xml" ContentType="application/vnd.openxmlformats-officedocument.presentationml.notesSlide+xml"/>
  <ct:Override PartName="/ppt/notesSlides/notesSlide74.xml" ContentType="application/vnd.openxmlformats-officedocument.presentationml.notesSlide+xml"/>
  <ct:Override PartName="/ppt/notesSlides/notesSlide75.xml" ContentType="application/vnd.openxmlformats-officedocument.presentationml.notesSlide+xml"/>
  <ct:Override PartName="/ppt/notesSlides/notesSlide76.xml" ContentType="application/vnd.openxmlformats-officedocument.presentationml.notesSlide+xml"/>
  <ct:Override PartName="/ppt/notesSlides/notesSlide77.xml" ContentType="application/vnd.openxmlformats-officedocument.presentationml.notesSlide+xml"/>
  <ct:Override PartName="/ppt/notesSlides/notesSlide78.xml" ContentType="application/vnd.openxmlformats-officedocument.presentationml.notesSlide+xml"/>
  <ct:Override PartName="/ppt/notesSlides/notesSlide79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80.xml" ContentType="application/vnd.openxmlformats-officedocument.presentationml.notesSlide+xml"/>
  <ct:Override PartName="/ppt/notesSlides/notesSlide81.xml" ContentType="application/vnd.openxmlformats-officedocument.presentationml.notesSlide+xml"/>
  <ct:Override PartName="/ppt/notesSlides/notesSlide82.xml" ContentType="application/vnd.openxmlformats-officedocument.presentationml.notesSlide+xml"/>
  <ct:Override PartName="/ppt/notesSlides/notesSlide83.xml" ContentType="application/vnd.openxmlformats-officedocument.presentationml.notesSlide+xml"/>
  <ct:Override PartName="/ppt/notesSlides/notesSlide84.xml" ContentType="application/vnd.openxmlformats-officedocument.presentationml.notesSlide+xml"/>
  <ct:Override PartName="/ppt/notesSlides/notesSlide85.xml" ContentType="application/vnd.openxmlformats-officedocument.presentationml.notesSlide+xml"/>
  <ct:Override PartName="/ppt/notesSlides/notesSlide86.xml" ContentType="application/vnd.openxmlformats-officedocument.presentationml.notesSlide+xml"/>
  <ct:Override PartName="/ppt/notesSlides/notesSlide87.xml" ContentType="application/vnd.openxmlformats-officedocument.presentationml.notesSlide+xml"/>
  <ct:Override PartName="/ppt/notesSlides/notesSlide88.xml" ContentType="application/vnd.openxmlformats-officedocument.presentationml.notesSlide+xml"/>
  <ct:Override PartName="/ppt/notesSlides/notesSlide89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90.xml" ContentType="application/vnd.openxmlformats-officedocument.presentationml.notesSlide+xml"/>
  <ct:Override PartName="/ppt/notesSlides/notesSlide91.xml" ContentType="application/vnd.openxmlformats-officedocument.presentationml.notesSlide+xml"/>
  <ct:Override PartName="/ppt/notesSlides/notesSlide92.xml" ContentType="application/vnd.openxmlformats-officedocument.presentationml.notesSlide+xml"/>
  <ct:Override PartName="/ppt/notesSlides/notesSlide93.xml" ContentType="application/vnd.openxmlformats-officedocument.presentationml.notesSlide+xml"/>
  <ct:Override PartName="/ppt/notesSlides/notesSlide94.xml" ContentType="application/vnd.openxmlformats-officedocument.presentationml.notesSlide+xml"/>
  <ct:Override PartName="/ppt/notesSlides/notesSlide95.xml" ContentType="application/vnd.openxmlformats-officedocument.presentationml.notesSlide+xml"/>
  <ct:Override PartName="/ppt/notesSlides/notesSlide96.xml" ContentType="application/vnd.openxmlformats-officedocument.presentationml.notesSlide+xml"/>
  <ct:Override PartName="/ppt/notesSlides/notesSlide97.xml" ContentType="application/vnd.openxmlformats-officedocument.presentationml.notesSlide+xml"/>
  <ct:Override PartName="/ppt/notesSlides/notesSlide98.xml" ContentType="application/vnd.openxmlformats-officedocument.presentationml.notesSlide+xml"/>
  <ct:Override PartName="/ppt/notesSlides/notesSlide9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00.xml" ContentType="application/vnd.openxmlformats-officedocument.presentationml.slide+xml"/>
  <ct:Override PartName="/ppt/slides/slide101.xml" ContentType="application/vnd.openxmlformats-officedocument.presentationml.slide+xml"/>
  <ct:Override PartName="/ppt/slides/slide102.xml" ContentType="application/vnd.openxmlformats-officedocument.presentationml.slide+xml"/>
  <ct:Override PartName="/ppt/slides/slide103.xml" ContentType="application/vnd.openxmlformats-officedocument.presentationml.slide+xml"/>
  <ct:Override PartName="/ppt/slides/slide104.xml" ContentType="application/vnd.openxmlformats-officedocument.presentationml.slide+xml"/>
  <ct:Override PartName="/ppt/slides/slide105.xml" ContentType="application/vnd.openxmlformats-officedocument.presentationml.slide+xml"/>
  <ct:Override PartName="/ppt/slides/slide106.xml" ContentType="application/vnd.openxmlformats-officedocument.presentationml.slide+xml"/>
  <ct:Override PartName="/ppt/slides/slide107.xml" ContentType="application/vnd.openxmlformats-officedocument.presentationml.slide+xml"/>
  <ct:Override PartName="/ppt/slides/slide108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37.xml" ContentType="application/vnd.openxmlformats-officedocument.presentationml.slide+xml"/>
  <ct:Override PartName="/ppt/slides/slide38.xml" ContentType="application/vnd.openxmlformats-officedocument.presentationml.slide+xml"/>
  <ct:Override PartName="/ppt/slides/slide39.xml" ContentType="application/vnd.openxmlformats-officedocument.presentationml.slide+xml"/>
  <ct:Override PartName="/ppt/slides/slide4.xml" ContentType="application/vnd.openxmlformats-officedocument.presentationml.slide+xml"/>
  <ct:Override PartName="/ppt/slides/slide40.xml" ContentType="application/vnd.openxmlformats-officedocument.presentationml.slide+xml"/>
  <ct:Override PartName="/ppt/slides/slide41.xml" ContentType="application/vnd.openxmlformats-officedocument.presentationml.slide+xml"/>
  <ct:Override PartName="/ppt/slides/slide42.xml" ContentType="application/vnd.openxmlformats-officedocument.presentationml.slide+xml"/>
  <ct:Override PartName="/ppt/slides/slide43.xml" ContentType="application/vnd.openxmlformats-officedocument.presentationml.slide+xml"/>
  <ct:Override PartName="/ppt/slides/slide44.xml" ContentType="application/vnd.openxmlformats-officedocument.presentationml.slide+xml"/>
  <ct:Override PartName="/ppt/slides/slide45.xml" ContentType="application/vnd.openxmlformats-officedocument.presentationml.slide+xml"/>
  <ct:Override PartName="/ppt/slides/slide46.xml" ContentType="application/vnd.openxmlformats-officedocument.presentationml.slide+xml"/>
  <ct:Override PartName="/ppt/slides/slide47.xml" ContentType="application/vnd.openxmlformats-officedocument.presentationml.slide+xml"/>
  <ct:Override PartName="/ppt/slides/slide48.xml" ContentType="application/vnd.openxmlformats-officedocument.presentationml.slide+xml"/>
  <ct:Override PartName="/ppt/slides/slide49.xml" ContentType="application/vnd.openxmlformats-officedocument.presentationml.slide+xml"/>
  <ct:Override PartName="/ppt/slides/slide5.xml" ContentType="application/vnd.openxmlformats-officedocument.presentationml.slide+xml"/>
  <ct:Override PartName="/ppt/slides/slide50.xml" ContentType="application/vnd.openxmlformats-officedocument.presentationml.slide+xml"/>
  <ct:Override PartName="/ppt/slides/slide51.xml" ContentType="application/vnd.openxmlformats-officedocument.presentationml.slide+xml"/>
  <ct:Override PartName="/ppt/slides/slide52.xml" ContentType="application/vnd.openxmlformats-officedocument.presentationml.slide+xml"/>
  <ct:Override PartName="/ppt/slides/slide53.xml" ContentType="application/vnd.openxmlformats-officedocument.presentationml.slide+xml"/>
  <ct:Override PartName="/ppt/slides/slide54.xml" ContentType="application/vnd.openxmlformats-officedocument.presentationml.slide+xml"/>
  <ct:Override PartName="/ppt/slides/slide55.xml" ContentType="application/vnd.openxmlformats-officedocument.presentationml.slide+xml"/>
  <ct:Override PartName="/ppt/slides/slide56.xml" ContentType="application/vnd.openxmlformats-officedocument.presentationml.slide+xml"/>
  <ct:Override PartName="/ppt/slides/slide57.xml" ContentType="application/vnd.openxmlformats-officedocument.presentationml.slide+xml"/>
  <ct:Override PartName="/ppt/slides/slide58.xml" ContentType="application/vnd.openxmlformats-officedocument.presentationml.slide+xml"/>
  <ct:Override PartName="/ppt/slides/slide59.xml" ContentType="application/vnd.openxmlformats-officedocument.presentationml.slide+xml"/>
  <ct:Override PartName="/ppt/slides/slide6.xml" ContentType="application/vnd.openxmlformats-officedocument.presentationml.slide+xml"/>
  <ct:Override PartName="/ppt/slides/slide60.xml" ContentType="application/vnd.openxmlformats-officedocument.presentationml.slide+xml"/>
  <ct:Override PartName="/ppt/slides/slide61.xml" ContentType="application/vnd.openxmlformats-officedocument.presentationml.slide+xml"/>
  <ct:Override PartName="/ppt/slides/slide62.xml" ContentType="application/vnd.openxmlformats-officedocument.presentationml.slide+xml"/>
  <ct:Override PartName="/ppt/slides/slide63.xml" ContentType="application/vnd.openxmlformats-officedocument.presentationml.slide+xml"/>
  <ct:Override PartName="/ppt/slides/slide64.xml" ContentType="application/vnd.openxmlformats-officedocument.presentationml.slide+xml"/>
  <ct:Override PartName="/ppt/slides/slide65.xml" ContentType="application/vnd.openxmlformats-officedocument.presentationml.slide+xml"/>
  <ct:Override PartName="/ppt/slides/slide66.xml" ContentType="application/vnd.openxmlformats-officedocument.presentationml.slide+xml"/>
  <ct:Override PartName="/ppt/slides/slide67.xml" ContentType="application/vnd.openxmlformats-officedocument.presentationml.slide+xml"/>
  <ct:Override PartName="/ppt/slides/slide68.xml" ContentType="application/vnd.openxmlformats-officedocument.presentationml.slide+xml"/>
  <ct:Override PartName="/ppt/slides/slide69.xml" ContentType="application/vnd.openxmlformats-officedocument.presentationml.slide+xml"/>
  <ct:Override PartName="/ppt/slides/slide7.xml" ContentType="application/vnd.openxmlformats-officedocument.presentationml.slide+xml"/>
  <ct:Override PartName="/ppt/slides/slide70.xml" ContentType="application/vnd.openxmlformats-officedocument.presentationml.slide+xml"/>
  <ct:Override PartName="/ppt/slides/slide71.xml" ContentType="application/vnd.openxmlformats-officedocument.presentationml.slide+xml"/>
  <ct:Override PartName="/ppt/slides/slide72.xml" ContentType="application/vnd.openxmlformats-officedocument.presentationml.slide+xml"/>
  <ct:Override PartName="/ppt/slides/slide73.xml" ContentType="application/vnd.openxmlformats-officedocument.presentationml.slide+xml"/>
  <ct:Override PartName="/ppt/slides/slide74.xml" ContentType="application/vnd.openxmlformats-officedocument.presentationml.slide+xml"/>
  <ct:Override PartName="/ppt/slides/slide75.xml" ContentType="application/vnd.openxmlformats-officedocument.presentationml.slide+xml"/>
  <ct:Override PartName="/ppt/slides/slide76.xml" ContentType="application/vnd.openxmlformats-officedocument.presentationml.slide+xml"/>
  <ct:Override PartName="/ppt/slides/slide77.xml" ContentType="application/vnd.openxmlformats-officedocument.presentationml.slide+xml"/>
  <ct:Override PartName="/ppt/slides/slide78.xml" ContentType="application/vnd.openxmlformats-officedocument.presentationml.slide+xml"/>
  <ct:Override PartName="/ppt/slides/slide79.xml" ContentType="application/vnd.openxmlformats-officedocument.presentationml.slide+xml"/>
  <ct:Override PartName="/ppt/slides/slide8.xml" ContentType="application/vnd.openxmlformats-officedocument.presentationml.slide+xml"/>
  <ct:Override PartName="/ppt/slides/slide80.xml" ContentType="application/vnd.openxmlformats-officedocument.presentationml.slide+xml"/>
  <ct:Override PartName="/ppt/slides/slide81.xml" ContentType="application/vnd.openxmlformats-officedocument.presentationml.slide+xml"/>
  <ct:Override PartName="/ppt/slides/slide82.xml" ContentType="application/vnd.openxmlformats-officedocument.presentationml.slide+xml"/>
  <ct:Override PartName="/ppt/slides/slide83.xml" ContentType="application/vnd.openxmlformats-officedocument.presentationml.slide+xml"/>
  <ct:Override PartName="/ppt/slides/slide84.xml" ContentType="application/vnd.openxmlformats-officedocument.presentationml.slide+xml"/>
  <ct:Override PartName="/ppt/slides/slide85.xml" ContentType="application/vnd.openxmlformats-officedocument.presentationml.slide+xml"/>
  <ct:Override PartName="/ppt/slides/slide86.xml" ContentType="application/vnd.openxmlformats-officedocument.presentationml.slide+xml"/>
  <ct:Override PartName="/ppt/slides/slide87.xml" ContentType="application/vnd.openxmlformats-officedocument.presentationml.slide+xml"/>
  <ct:Override PartName="/ppt/slides/slide88.xml" ContentType="application/vnd.openxmlformats-officedocument.presentationml.slide+xml"/>
  <ct:Override PartName="/ppt/slides/slide89.xml" ContentType="application/vnd.openxmlformats-officedocument.presentationml.slide+xml"/>
  <ct:Override PartName="/ppt/slides/slide9.xml" ContentType="application/vnd.openxmlformats-officedocument.presentationml.slide+xml"/>
  <ct:Override PartName="/ppt/slides/slide90.xml" ContentType="application/vnd.openxmlformats-officedocument.presentationml.slide+xml"/>
  <ct:Override PartName="/ppt/slides/slide91.xml" ContentType="application/vnd.openxmlformats-officedocument.presentationml.slide+xml"/>
  <ct:Override PartName="/ppt/slides/slide92.xml" ContentType="application/vnd.openxmlformats-officedocument.presentationml.slide+xml"/>
  <ct:Override PartName="/ppt/slides/slide93.xml" ContentType="application/vnd.openxmlformats-officedocument.presentationml.slide+xml"/>
  <ct:Override PartName="/ppt/slides/slide94.xml" ContentType="application/vnd.openxmlformats-officedocument.presentationml.slide+xml"/>
  <ct:Override PartName="/ppt/slides/slide95.xml" ContentType="application/vnd.openxmlformats-officedocument.presentationml.slide+xml"/>
  <ct:Override PartName="/ppt/slides/slide96.xml" ContentType="application/vnd.openxmlformats-officedocument.presentationml.slide+xml"/>
  <ct:Override PartName="/ppt/slides/slide97.xml" ContentType="application/vnd.openxmlformats-officedocument.presentationml.slide+xml"/>
  <ct:Override PartName="/ppt/slides/slide98.xml" ContentType="application/vnd.openxmlformats-officedocument.presentationml.slide+xml"/>
  <ct:Override PartName="/ppt/slides/slide9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showMasterSp="0" type="title" preserve="1">
  <ns0:cSld name="標題投影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3" name="圖片 12">
            <ns1:extLst>
              <ns1:ext uri="{FF2B5EF4-FFF2-40B4-BE49-F238E27FC236}">
                <ns2:creationId id="{805DCD4E-0403-46F3-858B-5BF02EA5CC9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4" name="Line 12">
            <ns1:extLst>
              <ns1:ext uri="{FF2B5EF4-FFF2-40B4-BE49-F238E27FC236}">
                <ns2:creationId id="{C41B0D54-DF44-4127-9A39-B15ADA472D5D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1001184" y="2312353"/>
            <ns1:ext cx="0" cy="76200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5" name="Line 13">
            <ns1:extLst>
              <ns1:ext uri="{FF2B5EF4-FFF2-40B4-BE49-F238E27FC236}">
                <ns2:creationId id="{B2658828-45E5-4D11-9E76-B8625DD6F827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683685" y="2844165"/>
            <ns1:ext cx="10943167" cy="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49508" name="Rectangle 4"/>
          <ns0:cNvSpPr>
            <ns1:spLocks noGrp="1" noChangeArrowheads="1"/>
          </ns0:cNvSpPr>
          <ns0:nvPr>
            <ns0:ph type="ctrTitle"/>
          </ns0:nvPr>
        </ns0:nvSpPr>
        <ns0:spPr>
          <ns1:xfrm>
            <ns1:off x="1132417" y="1581209"/>
            <ns1:ext cx="10363200" cy="1143000"/>
          </ns1:xfrm>
        </ns0:spPr>
        <ns0:txBody>
          <ns1:bodyPr/>
          <ns1:lstStyle>
            <ns1:lvl1pPr>
              <ns1:defRPr sz="3200" b="0" baseline="0">
                <ns1:solidFill>
                  <ns1:schemeClr val="tx1"/>
                </ns1:solidFill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按一下以編輯母片標題樣式</ns1:t>
            </ns1:r>
            <ns1:endParaRPr lang="de-DE"/>
          </ns1:p>
        </ns0:txBody>
      </ns0:sp>
      <ns0:sp>
        <ns0:nvSpPr>
          <ns0:cNvPr id="149509" name="Rectangle 5"/>
          <ns0:cNvSpPr>
            <ns1:spLocks noGrp="1" noChangeArrowheads="1"/>
          </ns0:cNvSpPr>
          <ns0:nvPr>
            <ns0:ph type="subTitle" idx="1"/>
          </ns0:nvPr>
        </ns0:nvSpPr>
        <ns0:spPr>
          <ns1:xfrm>
            <ns1:off x="1780117" y="2935777"/>
            <ns1:ext cx="8534400" cy="1438103"/>
          </ns1:xfrm>
        </ns0:spPr>
        <ns0:txBody>
          <ns1:bodyPr/>
          <ns1:lstStyle>
            <ns1:lvl1pPr marL="0" indent="0" algn="ctr">
              <ns1:buFont typeface="Symbol" pitchFamily="18" charset="2"/>
              <ns1:buNone/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按一下以編輯母片副標題樣式</ns1:t>
            </ns1:r>
            <ns1:endParaRPr lang="de-DE" dirty="0"/>
          </ns1:p>
        </ns0:txBody>
      </ns0:sp>
      <ns0:pic>
        <ns0:nvPicPr>
          <ns0:cNvPr id="11" name="圖片 10">
            <ns1:extLst>
              <ns1:ext uri="{FF2B5EF4-FFF2-40B4-BE49-F238E27FC236}">
                <ns2:creationId id="{7F80F928-0BFD-43F3-B309-F20FD4B2E042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3"/>
          <ns1:stretch>
            <ns1:fillRect/>
          </ns1:stretch>
        </ns0:blipFill>
        <ns0:spPr>
          <ns1:xfrm>
            <ns1:off x="0" y="6113509"/>
            <ns1:ext cx="12192000" cy="216208"/>
          </ns1:xfrm>
          <ns1:prstGeom prst="rect">
            <ns1:avLst/>
          </ns1:prstGeom>
        </ns0:spPr>
      </ns0:pic>
      <ns0:pic>
        <ns0:nvPicPr>
          <ns0:cNvPr id="12" name="圖片 11">
            <ns1:extLst>
              <ns1:ext uri="{FF2B5EF4-FFF2-40B4-BE49-F238E27FC236}">
                <ns2:creationId id="{4DFD7906-056A-47BA-A5D9-39A4EA473B5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4"/>
          <ns1:stretch>
            <ns1:fillRect/>
          </ns1:stretch>
        </ns0:blipFill>
        <ns0:spPr>
          <ns1:xfrm>
            <ns1:off x="9875182" y="0"/>
            <ns1:ext cx="2265448" cy="323636"/>
          </ns1:xfrm>
          <ns1:prstGeom prst="rect">
            <ns1:avLst/>
          </ns1:prstGeom>
        </ns0:spPr>
      </ns0:pic>
    </ns0:spTree>
    <ns0:extLst>
      <ns0:ext uri="{BB962C8B-B14F-4D97-AF65-F5344CB8AC3E}">
        <ns5:creationId val="3733283572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obj" preserve="1">
  <ns0:cSld name="標題及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sz="3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 dirty="0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/>
        <ns0:txBody>
          <ns1:bodyPr/>
          <ns1:lstStyle>
            <ns1:lvl1pPr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  <ns1:lvl3pPr>
              <ns1:defRPr sz="2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3pPr>
            <ns1:lvl4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4pPr>
            <ns1:lvl5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5pPr>
          </ns1:lstStyle>
          <ns1:p>
            <ns1:pPr lvl="0"/>
            <ns1:r>
              <ns1:rPr lang="zh-TW" altLang="en-US" dirty="0"/>
              <ns1:t>編輯母片文字樣式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pic>
        <ns0:nvPicPr>
          <ns0:cNvPr id="6" name="圖片 5">
            <ns1:extLst>
              <ns1:ext uri="{FF2B5EF4-FFF2-40B4-BE49-F238E27FC236}">
                <ns2:creationId id="{CB7FDDD4-34FF-4C30-A3FA-0C9DE9C65A82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21662"/>
            <ns1:ext cx="12192000" cy="216208"/>
          </ns1:xfrm>
          <ns1:prstGeom prst="rect">
            <ns1:avLst/>
          </ns1:prstGeom>
        </ns0:spPr>
      </ns0:pic>
      <ns0:pic>
        <ns0:nvPicPr>
          <ns0:cNvPr id="8" name="圖片 7">
            <ns1:extLst>
              <ns1:ext uri="{FF2B5EF4-FFF2-40B4-BE49-F238E27FC236}">
                <ns2:creationId id="{7BBD6104-E76A-4DD4-96A1-B5DFE36EE11D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3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  <ns0:sp>
        <ns0:nvSpPr>
          <ns0:cNvPr id="9" name="內容版面配置區 2">
            <ns1:extLst>
              <ns1:ext uri="{FF2B5EF4-FFF2-40B4-BE49-F238E27FC236}">
                <ns2:creationId id="{6537E7AB-D74C-4DDB-911A-5E4E55C8C56F}"/>
              </ns1:ext>
            </ns1:extLst>
          </ns0:cNvPr>
          <ns0:cNvSpPr>
            <ns1:spLocks noGrp="1"/>
          </ns0:cNvSpPr>
          <ns0:nvPr>
            <ns0:ph idx="10" hasCustomPrompt="1"/>
          </ns0:nvPr>
        </ns0:nvSpPr>
        <ns0:spPr>
          <ns1:xfrm>
            <ns1:off x="495728" y="6340475"/>
            <ns1:ext cx="10705672" cy="350555"/>
          </ns1:xfrm>
        </ns0:spPr>
        <ns0:txBody>
          <ns1:bodyPr/>
          <ns1:lstStyle>
            <ns1:lvl1pPr marL="0" indent="0">
              <ns1:buFontTx/>
              <ns1:buNone/>
              <ns1:defRPr sz="1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</ns1:lstStyle>
          <ns1:p>
            <ns1:pPr lvl="0"/>
            <ns1:r>
              <ns1:rPr lang="zh-TW" altLang="en-US" dirty="0"/>
              <ns1:t>編輯母片文字樣式</ns1:t>
            </ns1:r>
          </ns1:p>
        </ns0:txBody>
      </ns0:sp>
    </ns0:spTree>
    <ns0:extLst>
      <ns0:ext uri="{BB962C8B-B14F-4D97-AF65-F5344CB8AC3E}">
        <ns4:creationId val="3787340169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twoObj" preserve="1">
  <ns0:cSld name="兩項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sz="half" idx="1"/>
          </ns0:nvPr>
        </ns0:nvSpPr>
        <ns0:spPr>
          <ns1:xfrm>
            <ns1:off x="565152" y="914400"/>
            <ns1:ext cx="5556249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324601" y="914400"/>
            <ns1:ext cx="5558367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pic>
        <ns0:nvPicPr>
          <ns0:cNvPr id="6" name="圖片 5">
            <ns1:extLst>
              <ns1:ext uri="{FF2B5EF4-FFF2-40B4-BE49-F238E27FC236}">
                <ns2:creationId id="{4D893B48-16BE-E45D-6372-999419BFA52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1767308102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twoTxTwoObj" preserve="1">
  <ns0:cSld name="比對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600" y="177801"/>
            <ns1:ext cx="10972800" cy="575732"/>
          </ns1:xfrm>
        </ns0:spPr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609600" y="1535113"/>
            <ns1:ext cx="5386917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09600" y="2174875"/>
            <ns1:ext cx="5386917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5" name="文字版面配置區 4"/>
          <ns0:cNvSpPr>
            <ns1:spLocks noGrp="1"/>
          </ns0:cNvSpPr>
          <ns0:nvPr>
            <ns0:ph type="body" sz="quarter" idx="3"/>
          </ns0:nvPr>
        </ns0:nvSpPr>
        <ns0:spPr>
          <ns1:xfrm>
            <ns1:off x="6193368" y="1535113"/>
            <ns1:ext cx="5389033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6" name="內容版面配置區 5"/>
          <ns0:cNvSpPr>
            <ns1:spLocks noGrp="1"/>
          </ns0:cNvSpPr>
          <ns0:nvPr>
            <ns0:ph sz="quarter" idx="4"/>
          </ns0:nvPr>
        </ns0:nvSpPr>
        <ns0:spPr>
          <ns1:xfrm>
            <ns1:off x="6193368" y="2174875"/>
            <ns1:ext cx="5389033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pic>
        <ns0:nvPicPr>
          <ns0:cNvPr id="8" name="圖片 7">
            <ns1:extLst>
              <ns1:ext uri="{FF2B5EF4-FFF2-40B4-BE49-F238E27FC236}">
                <ns2:creationId id="{B112EF57-5A2F-97E4-31F4-6B2593170BE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1988428495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titleOnly" preserve="1">
  <ns0:cSld name="只有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50333" y="150813"/>
            <ns1:ext cx="11438467" cy="571500"/>
          </ns1:xfrm>
        </ns0:spPr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  <ns0:pic>
        <ns0:nvPicPr>
          <ns0:cNvPr id="4" name="圖片 3">
            <ns1:extLst>
              <ns1:ext uri="{FF2B5EF4-FFF2-40B4-BE49-F238E27FC236}">
                <ns2:creationId id="{20D15BFF-517B-3F62-F57C-7D32F1722A22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2104015815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圖片 2">
            <ns1:extLst>
              <ns1:ext uri="{FF2B5EF4-FFF2-40B4-BE49-F238E27FC236}">
                <ns2:creationId id="{76503788-F803-DC83-ED63-88E8F575E8A2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1984151207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objTx" preserve="1">
  <ns0:cSld name="含標題的內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  <ns1:endParaRPr lang="zh-TW" altLang="en-US" dirty="0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>
          <ns1:xfrm>
            <ns1:off x="4766733" y="948267"/>
            <ns1:ext cx="7199488" cy="5177896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609601" y="948268"/>
            <ns1:ext cx="4011084" cy="5177896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pic>
        <ns0:nvPicPr>
          <ns0:cNvPr id="6" name="圖片 5">
            <ns1:extLst>
              <ns1:ext uri="{FF2B5EF4-FFF2-40B4-BE49-F238E27FC236}">
                <ns2:creationId id="{50F9C425-8EE6-52EC-F828-4140E6EFA47A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1405324221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picTx" preserve="1">
  <ns0:cSld name="含標題的圖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94783" y="135466"/>
            <ns1:ext cx="11360151" cy="566738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圖片版面配置區 2"/>
          <ns0:cNvSpPr>
            <ns1:spLocks noGrp="1"/>
          </ns0:cNvSpPr>
          <ns0:nvPr>
            <ns0:ph type="pic" idx="1"/>
          </ns0:nvPr>
        </ns0:nvSpPr>
        <ns0:spPr>
          <ns1:xfrm>
            <ns1:off x="2389717" y="939800"/>
            <ns1:ext cx="7315200" cy="378777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pPr lvl="0"/>
            <ns1:r>
              <ns1:rPr lang="zh-TW" altLang="en-US" noProof="0"/>
              <ns1:t>按一下圖示以新增圖片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2389717" y="5028672"/>
            <ns1:ext cx="73152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pic>
        <ns0:nvPicPr>
          <ns0:cNvPr id="6" name="圖片 5">
            <ns1:extLst>
              <ns1:ext uri="{FF2B5EF4-FFF2-40B4-BE49-F238E27FC236}">
                <ns2:creationId id="{302888C7-1B6B-55CD-3260-A183B3AD7E30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777360212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vertTx" preserve="1">
  <ns0:cSld name="標題及直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pic>
        <ns0:nvPicPr>
          <ns0:cNvPr id="5" name="圖片 4">
            <ns1:extLst>
              <ns1:ext uri="{FF2B5EF4-FFF2-40B4-BE49-F238E27FC236}">
                <ns2:creationId id="{BE837BF0-9322-459D-EC50-1D7F6B46FE5A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2068848824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vertTitleAndTx" preserve="1">
  <ns0:cSld name="直排標題及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直排標題 1"/>
          <ns0:cNvSpPr>
            <ns1:spLocks noGrp="1"/>
          </ns0:cNvSpPr>
          <ns0:nvPr>
            <ns0:ph type="title" orient="vert"/>
          </ns0:nvPr>
        </ns0:nvSpPr>
        <ns0:spPr>
          <ns1:xfrm>
            <ns1:off x="9139063" y="931333"/>
            <ns1:ext cx="2842683" cy="5174192"/>
          </ns1:xfrm>
        </ns0:spPr>
        <ns0:txBody>
          <ns1:bodyPr vert="eaVert"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>
          <ns1:xfrm>
            <ns1:off x="550334" y="931333"/>
            <ns1:ext cx="8329084" cy="5174192"/>
          </ns1:xfrm>
        </ns0:spPr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  <ns1:endParaRPr lang="zh-TW" altLang="en-US" dirty="0"/>
          </ns1:p>
        </ns0:txBody>
      </ns0:sp>
      <ns0:pic>
        <ns0:nvPicPr>
          <ns0:cNvPr id="5" name="圖片 4">
            <ns1:extLst>
              <ns1:ext uri="{FF2B5EF4-FFF2-40B4-BE49-F238E27FC236}">
                <ns2:creationId id="{5B2D1CF3-7FC4-BA66-E0BC-42D6639BC533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2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</ns0:spTree>
    <ns0:extLst>
      <ns0:ext uri="{BB962C8B-B14F-4D97-AF65-F5344CB8AC3E}">
        <ns4:creationId val="2318473349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圖片 2">
            <ns1:extLst>
              <ns1:ext uri="{FF2B5EF4-FFF2-40B4-BE49-F238E27FC236}">
                <ns2:creationId id="{A9ABF8AB-B0B8-4681-BD44-8CF5E845AA7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1026" name="Rectangle 4">
            <ns1:extLst>
              <ns1:ext uri="{FF2B5EF4-FFF2-40B4-BE49-F238E27FC236}">
                <ns2:creationId id="{E37310E9-2521-4BB7-B15D-959B68467A8B}"/>
              </ns1:ext>
            </ns1:extLst>
          </ns0:cNvPr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565151" y="141288"/>
            <ns1:ext cx="11417300" cy="5715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b" anchorCtr="0" compatLnSpc="1">
            <ns1:prstTxWarp prst="textNoShape">
              <ns1:avLst/>
            </ns1:prstTxWarp>
          </ns1:bodyPr>
          <ns1:lstStyle/>
          <ns1:p>
            <ns1:pPr lvl="0"/>
            <ns1:endParaRPr lang="en-US" altLang="zh-TW" dirty="0"/>
          </ns1:p>
        </ns0:txBody>
      </ns0:sp>
      <ns0:sp>
        <ns0:nvSpPr>
          <ns0:cNvPr id="1027" name="Rectangle 5">
            <ns1:extLst>
              <ns1:ext uri="{FF2B5EF4-FFF2-40B4-BE49-F238E27FC236}">
                <ns2:creationId id="{794864E5-9918-4FF7-9866-35661BF2624E}"/>
              </ns1:ext>
            </ns1:extLst>
          </ns0:cNvPr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565151" y="914400"/>
            <ns1:ext cx="11417300" cy="5191125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en-US" altLang="zh-TW" dirty="0" err="1"/>
              <ns1:t>Klicken</ns1:t>
            </ns1:r>
            <ns1:r>
              <ns1:rPr lang="en-US" altLang="zh-TW" dirty="0"/>
              <ns1:t xml:space="preserve"> Sie, um die </ns1:t>
            </ns1:r>
            <ns1:r>
              <ns1:rPr lang="en-US" altLang="zh-TW" dirty="0" err="1"/>
              <ns1:t>Formate</ns1:t>
            </ns1:r>
            <ns1:r>
              <ns1:rPr lang="en-US" altLang="zh-TW" dirty="0"/>
              <ns1:t xml:space="preserve"> des </ns1:t>
            </ns1:r>
            <ns1:r>
              <ns1:rPr lang="en-US" altLang="zh-TW" dirty="0" err="1"/>
              <ns1:t>Vorlagentextes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zu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bearbeiten</ns1:t>
            </ns1:r>
            <ns1:endParaRPr lang="en-US" altLang="zh-TW" dirty="0"/>
          </ns1:p>
          <ns1:p>
            <ns1:pPr lvl="1"/>
            <ns1:r>
              <ns1:rPr lang="en-US" altLang="zh-TW" dirty="0" err="1"/>
              <ns1:t>Zweite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2"/>
            <ns1:r>
              <ns1:rPr lang="en-US" altLang="zh-TW" dirty="0" err="1"/>
              <ns1:t>Dritte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3"/>
            <ns1:r>
              <ns1:rPr lang="en-US" altLang="zh-TW" dirty="0" err="1"/>
              <ns1:t>Vierte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4"/>
            <ns1:r>
              <ns1:rPr lang="en-US" altLang="zh-TW" dirty="0" err="1"/>
              <ns1:t>Fünfte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</ns0:txBody>
      </ns0:sp>
      <ns0:sp>
        <ns0:nvSpPr>
          <ns0:cNvPr id="1028" name="Line 22">
            <ns1:extLst>
              <ns1:ext uri="{FF2B5EF4-FFF2-40B4-BE49-F238E27FC236}">
                <ns2:creationId id="{AB7F6124-04C7-45E8-AA65-7F9F759D65F9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425451" y="252413"/>
            <ns1:ext cx="0" cy="69215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029" name="Line 24">
            <ns1:extLst>
              <ns1:ext uri="{FF2B5EF4-FFF2-40B4-BE49-F238E27FC236}">
                <ns2:creationId id="{C8074568-B491-4B67-9A93-41BE6E79B626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209551" y="784225"/>
            <ns1:ext cx="11772900" cy="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030" name="Line 25">
            <ns1:extLst>
              <ns1:ext uri="{FF2B5EF4-FFF2-40B4-BE49-F238E27FC236}">
                <ns2:creationId id="{311CE126-5E96-48EA-A8E4-423F29F2B71C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209551" y="6240463"/>
            <ns1:ext cx="11772900" cy="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pic>
        <ns0:nvPicPr>
          <ns0:cNvPr id="2" name="圖片 1">
            <ns1:extLst>
              <ns1:ext uri="{FF2B5EF4-FFF2-40B4-BE49-F238E27FC236}">
                <ns2:creationId id="{70913959-438C-19FB-F2F8-1592E452ADC8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13"/>
          <ns1:stretch>
            <ns1:fillRect/>
          </ns1:stretch>
        </ns0:blipFill>
        <ns0:spPr>
          <ns1:xfrm>
            <ns1:off x="0" y="6116283"/>
            <ns1:ext cx="12192000" cy="216208"/>
          </ns1:xfrm>
          <ns1:prstGeom prst="rect">
            <ns1:avLst/>
          </ns1:prstGeom>
        </ns0:spPr>
      </ns0:pic>
      <ns0:pic>
        <ns0:nvPicPr>
          <ns0:cNvPr id="4" name="圖片 3">
            <ns1:extLst>
              <ns1:ext uri="{FF2B5EF4-FFF2-40B4-BE49-F238E27FC236}">
                <ns2:creationId id="{D03BE1FC-A522-6621-C15D-29238ADFB2C5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14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</ns0:spTree>
    <ns0:extLst>
      <ns0:ext uri="{BB962C8B-B14F-4D97-AF65-F5344CB8AC3E}">
        <ns5:creationId val="2030889740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709" ns3:id="rId1"/>
    <ns0:sldLayoutId id="2147483710" ns3:id="rId2"/>
    <ns0:sldLayoutId id="2147483712" ns3:id="rId3"/>
    <ns0:sldLayoutId id="2147483713" ns3:id="rId4"/>
    <ns0:sldLayoutId id="2147483714" ns3:id="rId5"/>
    <ns0:sldLayoutId id="2147483715" ns3:id="rId6"/>
    <ns0:sldLayoutId id="2147483716" ns3:id="rId7"/>
    <ns0:sldLayoutId id="2147483717" ns3:id="rId8"/>
    <ns0:sldLayoutId id="2147483718" ns3:id="rId9"/>
    <ns0:sldLayoutId id="2147483719" ns3:id="rId10"/>
  </ns0:sldLayoutIdLst>
  <ns0:txStyles>
    <ns0:titleStyle>
      <ns1:lvl1pPr algn="l" rtl="0" eaLnBrk="1" fontAlgn="base" hangingPunct="1">
        <ns1:spcBef>
          <ns1:spcPct val="0"/>
        </ns1:spcBef>
        <ns1:spcAft>
          <ns1:spcPct val="0"/>
        </ns1:spcAft>
        <ns1:defRPr sz="2800" b="1" baseline="0">
          <ns1:solidFill>
            <ns1:schemeClr val="tx1"/>
          </ns1:solidFill>
          <ns1:latin typeface="Times New Roman" panose="02020603050405020304" pitchFamily="18" charset="0"/>
          <ns1:ea typeface="標楷體" panose="03000509000000000000" pitchFamily="65" charset="-120"/>
          <ns1:cs typeface="+mj-cs"/>
        </ns1:defRPr>
      </ns1:lvl1pPr>
      <ns1:lvl2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2pPr>
      <ns1:lvl3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3pPr>
      <ns1:lvl4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4pPr>
      <ns1:lvl5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5pPr>
      <ns1:lvl6pPr marL="4572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6pPr>
      <ns1:lvl7pPr marL="9144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7pPr>
      <ns1:lvl8pPr marL="13716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8pPr>
      <ns1:lvl9pPr marL="18288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9pPr>
    </ns0:titleStyle>
    <ns0:bodyStyle>
      <ns1:lvl1pPr marL="2857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  <ns1:cs typeface="+mn-cs"/>
        </ns1:defRPr>
      </ns1:lvl1pPr>
      <ns1:lvl2pPr marL="76200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0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2pPr>
      <ns1:lvl3pPr marL="12382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3pPr>
      <ns1:lvl4pPr marL="1619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4pPr>
      <ns1:lvl5pPr marL="2000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5pPr>
      <ns1:lvl6pPr marL="24574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6pPr>
      <ns1:lvl7pPr marL="29146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7pPr>
      <ns1:lvl8pPr marL="33718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8pPr>
      <ns1:lvl9pPr marL="38290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40.xml" /><ns0:Relationship Id="rId3" Type="http://schemas.openxmlformats.org/officeDocument/2006/relationships/image" Target="../media/native-equations-fallback.sv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1.xml" /><ns0:Relationship Id="rId3" Type="http://schemas.openxmlformats.org/officeDocument/2006/relationships/image" Target="../media/native-equations-fallback-2.svg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/>
        <ns0:txBody>
          <ns1:bodyPr anchor="ctr" wrap="square" lIns="73152" rIns="73152" tIns="36576" bIns="36576"/>
          <ns1:lstStyle>
            <ns1:lvl1pPr>
              <ns1:defRPr baseline="0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  <ns1:endParaRPr lang="zh-TW"/>
          </ns1:p>
        </ns0:txBody>
      </ns0:sp>
      <ns0:sp>
        <ns0:nvSpPr>
          <ns0:cNvPr id="3" name="Flow stage 1"/>
          <ns0:cNvSpPr/>
          <ns0:nvPr/>
        </ns0:nvSpPr>
        <ns0:spPr>
          <ns1:xfrm>
            <ns1:off x="74980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Flow label 1"/>
          <ns0:cNvSpPr txBox="1"/>
          <ns0:nvPr/>
        </ns0:nvSpPr>
        <ns0:spPr>
          <ns1:xfrm>
            <ns1:off x="79552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1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LaTeX source:E_{endpoint}=\sum_{s\in\mathcal{S}}P_s t_s</ns1:t>
            </ns1:r>
          </ns1:p>
        </ns0:txBody>
      </ns0:sp>
      <ns0:cxnSp>
        <ns0:nvCxnSpPr>
          <ns0:cNvPr id="5" name="Flow arrow"/>
          <ns0:cNvCxnSpPr/>
          <ns0:nvPr/>
        </ns0:nvCxnSpPr>
        <ns0:spPr>
          <ns1:xfrm>
            <ns1:off x="6053328" y="2953512"/>
            <ns1:ext cx="91440" cy="0"/>
          </ns1:xfrm>
          <ns1:prstGeom prst="line">
            <ns1:avLst/>
          </ns1:prstGeom>
          <ns1:ln w="15240">
            <ns1:solidFill>
              <ns1:srgbClr val="B77D2D"/>
            </ns1:solidFill>
          </ns1:ln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sp>
        <ns0:nvSpPr>
          <ns0:cNvPr id="6" name="Flow stage 2"/>
          <ns0:cNvSpPr/>
          <ns0:nvPr/>
        </ns0:nvSpPr>
        <ns0:spPr>
          <ns1:xfrm>
            <ns1:off x="614476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63F5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Flow label 2"/>
          <ns0:cNvSpPr txBox="1"/>
          <ns0:nvPr/>
        </ns0:nvSpPr>
        <ns0:spPr>
          <ns1:xfrm>
            <ns1:off x="619048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endpoint boundary。</ns1:t>
            </ns1:r>
          </ns1:p>
        </ns0:txBody>
      </ns0:sp>
      <ns0:sp>
        <ns0:nvSpPr>
          <ns0:cNvPr id="8" name="Visual caption"/>
          <ns0:cNvSpPr txBox="1"/>
          <ns0:nvPr/>
        </ns0:nvSpPr>
        <ns0:spPr>
          <ns1:xfrm>
            <ns1:off x="841248" y="1508760"/>
            <ns1:ext cx="10515600" cy="54864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Office Math 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 E_endpoint。</ns1:t>
            </ns1:r>
          </ns1:p>
        </ns0:txBody>
      </ns0:sp>
      <ns0:sp>
        <ns0:nvSpPr>
          <ns0:cNvPr id="9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12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3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 anchor="ctr" wrap="square" lIns="73152" rIns="73152" tIns="36576" bIns="36576"/>
          <ns1:lstStyle>
            <ns1:lvl1pPr algn="l">
              <ns1:defRPr sz="2000" b="1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  <ns1:endParaRPr lang="zh-TW"/>
          </ns1:p>
        </ns0:txBody>
      </ns0:sp>
      <ns0:sp>
        <ns0:nvSpPr>
          <ns0:cNvPr id="3" name="Native equation canvas"/>
          <ns0:cNvSpPr/>
          <ns0:nvPr/>
        </ns0:nvSpPr>
        <ns0:spPr>
          <ns1:xfrm>
            <ns1:off x="841248" y="1417320"/>
            <ns1:ext cx="10469880" cy="2971800"/>
          </ns1:xfrm>
          <ns1:prstGeom prst="rect">
            <ns1:avLst/>
          </ns1:prstGeom>
          <ns1:noFill/>
          <ns1:ln w="1651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reading ladder"/>
          <ns0:cNvSpPr txBox="1"/>
          <ns0:nvPr/>
        </ns0:nvSpPr>
        <ns0:spPr>
          <ns1:xfrm>
            <ns1:off x="1051560" y="4553712"/>
            <ns1:ext cx="1005840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scope → numerator / denominator → units → evidence</ns1:t>
            </ns1:r>
          </ns1:p>
        </ns0:txBody>
      </ns0:sp>
      <ns0:sp>
        <ns0:nvSpPr>
          <ns0:cNvPr id="5" name="Equation metadata cue"/>
          <ns0:cNvSpPr txBox="1"/>
          <ns0:nvPr/>
        </ns0:nvSpPr>
        <ns0:spPr>
          <ns1:xfrm>
            <ns1:off x="1097280" y="5010912"/>
            <ns1:ext cx="9966960" cy="47548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18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LaTeX source：\eta_E=\frac{D_{delivered}}{E_{endpoint}}；delivered bits / J。</ns1:t>
            </ns1:r>
          </ns1:p>
        </ns0:txBody>
      </ns0:sp>
      <ns0:sp>
        <ns0:nvSpPr>
          <ns0:cNvPr id="6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9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3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