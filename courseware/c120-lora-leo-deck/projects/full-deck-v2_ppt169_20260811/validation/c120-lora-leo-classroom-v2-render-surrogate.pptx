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native-equations-fallback-2.svg" ContentType="image/svg+xml"/>
  <Override PartName="/ppt/media/native-equations-fallback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showMasterSp="0" type="title" preserve="1">
  <ns0:cSld name="標題投影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3" name="圖片 12">
            <ns1:extLst>
              <ns1:ext uri="{FF2B5EF4-FFF2-40B4-BE49-F238E27FC236}">
                <ns2:creationId id="{805DCD4E-0403-46F3-858B-5BF02EA5CC9A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4" name="Line 12">
            <ns1:extLst>
              <ns1:ext uri="{FF2B5EF4-FFF2-40B4-BE49-F238E27FC236}">
                <ns2:creationId id="{C41B0D54-DF44-4127-9A39-B15ADA472D5D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1001184" y="2312353"/>
            <ns1:ext cx="0" cy="76200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5" name="Line 13">
            <ns1:extLst>
              <ns1:ext uri="{FF2B5EF4-FFF2-40B4-BE49-F238E27FC236}">
                <ns2:creationId id="{B2658828-45E5-4D11-9E76-B8625DD6F827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683685" y="2844165"/>
            <ns1:ext cx="10943167" cy="0"/>
          </ns1:xfrm>
          <ns1:prstGeom prst="line">
            <ns1:avLst/>
          </ns1:prstGeom>
          <ns1:noFill/>
          <ns1:ln w="3810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49508" name="Rectangle 4"/>
          <ns0:cNvSpPr>
            <ns1:spLocks noGrp="1" noChangeArrowheads="1"/>
          </ns0:cNvSpPr>
          <ns0:nvPr>
            <ns0:ph type="ctrTitle"/>
          </ns0:nvPr>
        </ns0:nvSpPr>
        <ns0:spPr>
          <ns1:xfrm>
            <ns1:off x="1132417" y="1581209"/>
            <ns1:ext cx="10363200" cy="1143000"/>
          </ns1:xfrm>
        </ns0:spPr>
        <ns0:txBody>
          <ns1:bodyPr/>
          <ns1:lstStyle>
            <ns1:lvl1pPr>
              <ns1:defRPr sz="3200" b="0" baseline="0">
                <ns1:solidFill>
                  <ns1:schemeClr val="tx1"/>
                </ns1:solidFill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按一下以編輯母片標題樣式</ns1:t>
            </ns1:r>
            <ns1:endParaRPr lang="de-DE"/>
          </ns1:p>
        </ns0:txBody>
      </ns0:sp>
      <ns0:sp>
        <ns0:nvSpPr>
          <ns0:cNvPr id="149509" name="Rectangle 5"/>
          <ns0:cNvSpPr>
            <ns1:spLocks noGrp="1" noChangeArrowheads="1"/>
          </ns0:cNvSpPr>
          <ns0:nvPr>
            <ns0:ph type="subTitle" idx="1"/>
          </ns0:nvPr>
        </ns0:nvSpPr>
        <ns0:spPr>
          <ns1:xfrm>
            <ns1:off x="1780117" y="2935777"/>
            <ns1:ext cx="8534400" cy="1438103"/>
          </ns1:xfrm>
        </ns0:spPr>
        <ns0:txBody>
          <ns1:bodyPr/>
          <ns1:lstStyle>
            <ns1:lvl1pPr marL="0" indent="0" algn="ctr">
              <ns1:buFont typeface="Symbol" pitchFamily="18" charset="2"/>
              <ns1:buNone/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/>
              <ns1:t>按一下以編輯母片副標題樣式</ns1:t>
            </ns1:r>
            <ns1:endParaRPr lang="de-DE" dirty="0"/>
          </ns1:p>
        </ns0:txBody>
      </ns0:sp>
      <ns0:pic>
        <ns0:nvPicPr>
          <ns0:cNvPr id="12" name="圖片 11">
            <ns1:extLst>
              <ns1:ext uri="{FF2B5EF4-FFF2-40B4-BE49-F238E27FC236}">
                <ns2:creationId id="{4DFD7906-056A-47BA-A5D9-39A4EA473B57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4"/>
          <ns1:stretch>
            <ns1:fillRect/>
          </ns1:stretch>
        </ns0:blipFill>
        <ns0:spPr>
          <ns1:xfrm>
            <ns1:off x="9875182" y="0"/>
            <ns1:ext cx="2265448" cy="323636"/>
          </ns1:xfrm>
          <ns1:prstGeom prst="rect">
            <ns1:avLst/>
          </ns1:prstGeom>
        </ns0:spPr>
      </ns0:pic>
    </ns0:spTree>
    <ns0:extLst>
      <ns0:ext uri="{BB962C8B-B14F-4D97-AF65-F5344CB8AC3E}">
        <ns5:creationId val="3733283572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 type="obj" preserve="1">
  <ns0:cSld name="標題及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sz="3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</ns1:lstStyle>
          <ns1:p>
            <ns1:r>
              <ns1:rPr lang="zh-TW" altLang="en-US" dirty="0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/>
        <ns0:txBody>
          <ns1:bodyPr/>
          <ns1:lstStyle>
            <ns1:lvl1pPr>
              <ns1:defRPr sz="28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  <ns1:lvl3pPr>
              <ns1:defRPr sz="22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3pPr>
            <ns1:lvl4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4pPr>
            <ns1:lvl5pPr>
              <ns1:defRPr sz="20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5pPr>
          </ns1:lstStyle>
          <ns1:p>
            <ns1:pPr lvl="0"/>
            <ns1:r>
              <ns1:rPr lang="zh-TW" altLang="en-US" dirty="0"/>
              <ns1:t>編輯母片文字樣式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pic>
        <ns0:nvPicPr>
          <ns0:cNvPr id="8" name="圖片 7">
            <ns1:extLst>
              <ns1:ext uri="{FF2B5EF4-FFF2-40B4-BE49-F238E27FC236}">
                <ns2:creationId id="{7BBD6104-E76A-4DD4-96A1-B5DFE36EE11D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3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  <ns0:sp>
        <ns0:nvSpPr>
          <ns0:cNvPr id="9" name="內容版面配置區 2">
            <ns1:extLst>
              <ns1:ext uri="{FF2B5EF4-FFF2-40B4-BE49-F238E27FC236}">
                <ns2:creationId id="{6537E7AB-D74C-4DDB-911A-5E4E55C8C56F}"/>
              </ns1:ext>
            </ns1:extLst>
          </ns0:cNvPr>
          <ns0:cNvSpPr>
            <ns1:spLocks noGrp="1"/>
          </ns0:cNvSpPr>
          <ns0:nvPr>
            <ns0:ph idx="10" hasCustomPrompt="1"/>
          </ns0:nvPr>
        </ns0:nvSpPr>
        <ns0:spPr>
          <ns1:xfrm>
            <ns1:off x="495728" y="6340475"/>
            <ns1:ext cx="10705672" cy="350555"/>
          </ns1:xfrm>
        </ns0:spPr>
        <ns0:txBody>
          <ns1:bodyPr/>
          <ns1:lstStyle>
            <ns1:lvl1pPr marL="0" indent="0">
              <ns1:buFontTx/>
              <ns1:buNone/>
              <ns1:defRPr sz="1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1pPr>
            <ns1:lvl2pPr>
              <ns1:defRPr sz="2400" baseline="0">
                <ns1:latin typeface="Times New Roman" panose="02020603050405020304" pitchFamily="18" charset="0"/>
                <ns1:ea typeface="標楷體" panose="03000509000000000000" pitchFamily="65" charset="-120"/>
              </ns1:defRPr>
            </ns1:lvl2pPr>
          </ns1:lstStyle>
          <ns1:p>
            <ns1:pPr lvl="0"/>
            <ns1:r>
              <ns1:rPr lang="zh-TW" altLang="en-US" dirty="0"/>
              <ns1:t>編輯母片文字樣式</ns1:t>
            </ns1:r>
          </ns1:p>
        </ns0:txBody>
      </ns0:sp>
    </ns0:spTree>
    <ns0:extLst>
      <ns0:ext uri="{BB962C8B-B14F-4D97-AF65-F5344CB8AC3E}">
        <ns4:creationId val="3787340169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兩項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sz="half" idx="1"/>
          </ns0:nvPr>
        </ns0:nvSpPr>
        <ns0:spPr>
          <ns1:xfrm>
            <ns1:off x="565152" y="914400"/>
            <ns1:ext cx="5556249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324601" y="914400"/>
            <ns1:ext cx="5558367" cy="5191125"/>
          </ns1:xfrm>
        </ns0:spPr>
        <ns0:txBody>
          <ns1:bodyPr/>
          <ns1:lstStyle>
            <ns1:lvl1pPr>
              <ns1:defRPr sz="2800" baseline="0"/>
            </ns1:lvl1pPr>
            <ns1:lvl2pPr>
              <ns1:defRPr sz="2400" baseline="0"/>
            </ns1:lvl2pPr>
            <ns1:lvl3pPr>
              <ns1:defRPr sz="2000" baseline="0"/>
            </ns1:lvl3pPr>
            <ns1:lvl4pPr>
              <ns1:defRPr sz="1800" baseline="0"/>
            </ns1:lvl4pPr>
            <ns1:lvl5pPr>
              <ns1:defRPr sz="1800" baseline="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1767308102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比對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600" y="177801"/>
            <ns1:ext cx="10972800" cy="575732"/>
          </ns1:xfrm>
        </ns0:spPr>
        <ns0:txBody>
          <ns1:bodyPr/>
          <ns1:lstStyle>
            <ns1:lvl1pPr>
              <ns1:defRPr baseline="0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609600" y="1535113"/>
            <ns1:ext cx="5386917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09600" y="2174875"/>
            <ns1:ext cx="5386917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5" name="文字版面配置區 4"/>
          <ns0:cNvSpPr>
            <ns1:spLocks noGrp="1"/>
          </ns0:cNvSpPr>
          <ns0:nvPr>
            <ns0:ph type="body" sz="quarter" idx="3"/>
          </ns0:nvPr>
        </ns0:nvSpPr>
        <ns0:spPr>
          <ns1:xfrm>
            <ns1:off x="6193368" y="1535113"/>
            <ns1:ext cx="5389033" cy="639762"/>
          </ns1:xfrm>
        </ns0:spPr>
        <ns0:txBody>
          <ns1:bodyPr anchor="b"/>
          <ns1:lstStyle>
            <ns1:lvl1pPr marL="0" indent="0">
              <ns1:buNone/>
              <ns1:defRPr sz="2400" b="1" baseline="0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  <ns0:sp>
        <ns0:nvSpPr>
          <ns0:cNvPr id="6" name="內容版面配置區 5"/>
          <ns0:cNvSpPr>
            <ns1:spLocks noGrp="1"/>
          </ns0:cNvSpPr>
          <ns0:nvPr>
            <ns0:ph sz="quarter" idx="4"/>
          </ns0:nvPr>
        </ns0:nvSpPr>
        <ns0:spPr>
          <ns1:xfrm>
            <ns1:off x="6193368" y="2174875"/>
            <ns1:ext cx="5389033" cy="3951288"/>
          </ns1:xfrm>
        </ns0:spPr>
        <ns0:txBody>
          <ns1:bodyPr/>
          <ns1:lstStyle>
            <ns1:lvl1pPr>
              <ns1:defRPr sz="2400" baseline="0"/>
            </ns1:lvl1pPr>
            <ns1:lvl2pPr>
              <ns1:defRPr sz="2000" baseline="0"/>
            </ns1:lvl2pPr>
            <ns1:lvl3pPr>
              <ns1:defRPr sz="1800" baseline="0"/>
            </ns1:lvl3pPr>
            <ns1:lvl4pPr>
              <ns1:defRPr sz="1600" baseline="0"/>
            </ns1:lvl4pPr>
            <ns1:lvl5pPr>
              <ns1:defRPr sz="1600" baseline="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1988428495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只有標題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50333" y="150813"/>
            <ns1:ext cx="11438467" cy="571500"/>
          </ns1:xfrm>
        </ns0:spPr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</ns0:spTree>
    <ns0:extLst>
      <ns0:ext uri="{BB962C8B-B14F-4D97-AF65-F5344CB8AC3E}">
        <ns2:creationId val="2104015815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  <ns0:extLst>
      <ns0:ext uri="{BB962C8B-B14F-4D97-AF65-F5344CB8AC3E}">
        <ns2:creationId val="1984151207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含標題的內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  <ns1:endParaRPr lang="zh-TW" altLang="en-US" dirty="0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>
          <ns1:xfrm>
            <ns1:off x="4766733" y="948267"/>
            <ns1:ext cx="7199488" cy="5177896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609601" y="948268"/>
            <ns1:ext cx="4011084" cy="5177896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</ns0:spTree>
    <ns0:extLst>
      <ns0:ext uri="{BB962C8B-B14F-4D97-AF65-F5344CB8AC3E}">
        <ns2:creationId val="1405324221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含標題的圖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594783" y="135466"/>
            <ns1:ext cx="11360151" cy="566738"/>
          </ns1:xfrm>
        </ns0:spPr>
        <ns0:txBody>
          <ns1:bodyPr/>
          <ns1:lstStyle>
            <ns1:lvl1pPr algn="l">
              <ns1:defRPr sz="2000" b="1"/>
            </ns1:lvl1pPr>
          </ns1:lstStyle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圖片版面配置區 2"/>
          <ns0:cNvSpPr>
            <ns1:spLocks noGrp="1"/>
          </ns0:cNvSpPr>
          <ns0:nvPr>
            <ns0:ph type="pic" idx="1"/>
          </ns0:nvPr>
        </ns0:nvSpPr>
        <ns0:spPr>
          <ns1:xfrm>
            <ns1:off x="2389717" y="939800"/>
            <ns1:ext cx="7315200" cy="378777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pPr lvl="0"/>
            <ns1:r>
              <ns1:rPr lang="zh-TW" altLang="en-US" noProof="0"/>
              <ns1:t>按一下圖示以新增圖片</ns1:t>
            </ns1:r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2389717" y="5028672"/>
            <ns1:ext cx="7315200" cy="804862"/>
          </ns1:xfrm>
        </ns0:spPr>
        <ns0:txBody>
          <ns1:bodyPr/>
          <ns1:lstStyle>
            <ns1:lvl1pPr marL="0" indent="0">
              <ns1:buNone/>
              <ns1:defRPr sz="1400"/>
            </ns1:lvl1pPr>
            <ns1:lvl2pPr marL="457200" indent="0">
              <ns1:buNone/>
              <ns1:defRPr sz="1200"/>
            </ns1:lvl2pPr>
            <ns1:lvl3pPr marL="914400" indent="0">
              <ns1:buNone/>
              <ns1:defRPr sz="1000"/>
            </ns1:lvl3pPr>
            <ns1:lvl4pPr marL="1371600" indent="0">
              <ns1:buNone/>
              <ns1:defRPr sz="900"/>
            </ns1:lvl4pPr>
            <ns1:lvl5pPr marL="1828800" indent="0">
              <ns1:buNone/>
              <ns1:defRPr sz="900"/>
            </ns1:lvl5pPr>
            <ns1:lvl6pPr marL="2286000" indent="0">
              <ns1:buNone/>
              <ns1:defRPr sz="900"/>
            </ns1:lvl6pPr>
            <ns1:lvl7pPr marL="2743200" indent="0">
              <ns1:buNone/>
              <ns1:defRPr sz="900"/>
            </ns1:lvl7pPr>
            <ns1:lvl8pPr marL="3200400" indent="0">
              <ns1:buNone/>
              <ns1:defRPr sz="900"/>
            </ns1:lvl8pPr>
            <ns1:lvl9pPr marL="3657600" indent="0">
              <ns1:buNone/>
              <ns1:defRPr sz="900"/>
            </ns1:lvl9pPr>
          </ns1:lstStyle>
          <ns1:p>
            <ns1:pPr lvl="0"/>
            <ns1:r>
              <ns1:rPr lang="zh-TW" altLang="en-US"/>
              <ns1:t>編輯母片文字樣式</ns1:t>
            </ns1:r>
          </ns1:p>
        </ns0:txBody>
      </ns0:sp>
    </ns0:spTree>
    <ns0:extLst>
      <ns0:ext uri="{BB962C8B-B14F-4D97-AF65-F5344CB8AC3E}">
        <ns2:creationId val="777360212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標題及直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</ns1:p>
        </ns0:txBody>
      </ns0:sp>
    </ns0:spTree>
    <ns0:extLst>
      <ns0:ext uri="{BB962C8B-B14F-4D97-AF65-F5344CB8AC3E}">
        <ns2:creationId val="2068848824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直排標題及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直排標題 1"/>
          <ns0:cNvSpPr>
            <ns1:spLocks noGrp="1"/>
          </ns0:cNvSpPr>
          <ns0:nvPr>
            <ns0:ph type="title" orient="vert"/>
          </ns0:nvPr>
        </ns0:nvSpPr>
        <ns0:spPr>
          <ns1:xfrm>
            <ns1:off x="9139063" y="931333"/>
            <ns1:ext cx="2842683" cy="5174192"/>
          </ns1:xfrm>
        </ns0:spPr>
        <ns0:txBody>
          <ns1:bodyPr vert="eaVert"/>
          <ns1:lstStyle/>
          <ns1:p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>
          <ns1:xfrm>
            <ns1:off x="550334" y="931333"/>
            <ns1:ext cx="8329084" cy="5174192"/>
          </ns1:xfrm>
        </ns0:spPr>
        <ns0:txBody>
          <ns1:bodyPr vert="eaVert"/>
          <ns1:lstStyle/>
          <ns1:p>
            <ns1:pPr lvl="0"/>
            <ns1:r>
              <ns1:rPr lang="zh-TW" altLang="en-US"/>
              <ns1:t>編輯母片文字樣式</ns1:t>
            </ns1:r>
          </ns1:p>
          <ns1:p>
            <ns1:pPr lvl="1"/>
            <ns1:r>
              <ns1:rPr lang="zh-TW" altLang="en-US"/>
              <ns1:t>第二層</ns1:t>
            </ns1:r>
          </ns1:p>
          <ns1:p>
            <ns1:pPr lvl="2"/>
            <ns1:r>
              <ns1:rPr lang="zh-TW" altLang="en-US"/>
              <ns1:t>第三層</ns1:t>
            </ns1:r>
          </ns1:p>
          <ns1:p>
            <ns1:pPr lvl="3"/>
            <ns1:r>
              <ns1:rPr lang="zh-TW" altLang="en-US"/>
              <ns1:t>第四層</ns1:t>
            </ns1:r>
          </ns1:p>
          <ns1:p>
            <ns1:pPr lvl="4"/>
            <ns1:r>
              <ns1:rPr lang="zh-TW" altLang="en-US"/>
              <ns1:t>第五層</ns1:t>
            </ns1:r>
            <ns1:endParaRPr lang="zh-TW" altLang="en-US" dirty="0"/>
          </ns1:p>
        </ns0:txBody>
      </ns0:sp>
    </ns0:spTree>
    <ns0:extLst>
      <ns0:ext uri="{BB962C8B-B14F-4D97-AF65-F5344CB8AC3E}">
        <ns2:creationId val="2318473349"/>
      </ns0:ext>
    </ns0:extLst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" name="圖片 2">
            <ns1:extLst>
              <ns1:ext uri="{FF2B5EF4-FFF2-40B4-BE49-F238E27FC236}">
                <ns2:creationId id="{A9ABF8AB-B0B8-4681-BD44-8CF5E845AA7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12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1026" name="Rectangle 4">
            <ns1:extLst>
              <ns1:ext uri="{FF2B5EF4-FFF2-40B4-BE49-F238E27FC236}">
                <ns2:creationId id="{E37310E9-2521-4BB7-B15D-959B68467A8B}"/>
              </ns1:ext>
            </ns1:extLst>
          </ns0:cNvPr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565151" y="141288"/>
            <ns1:ext cx="11417300" cy="5715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b" anchorCtr="0" compatLnSpc="1">
            <ns1:prstTxWarp prst="textNoShape">
              <ns1:avLst/>
            </ns1:prstTxWarp>
          </ns1:bodyPr>
          <ns1:lstStyle/>
          <ns1:p>
            <ns1:pPr lvl="0"/>
            <ns1:endParaRPr lang="en-US" altLang="zh-TW" dirty="0"/>
          </ns1:p>
        </ns0:txBody>
      </ns0:sp>
      <ns0:sp>
        <ns0:nvSpPr>
          <ns0:cNvPr id="1027" name="Rectangle 5">
            <ns1:extLst>
              <ns1:ext uri="{FF2B5EF4-FFF2-40B4-BE49-F238E27FC236}">
                <ns2:creationId id="{794864E5-9918-4FF7-9866-35661BF2624E}"/>
              </ns1:ext>
            </ns1:extLst>
          </ns0:cNvPr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565151" y="914400"/>
            <ns1:ext cx="11417300" cy="5191125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  <ns1:ext uri="{91240B29-F687-4F45-9708-019B960494DF}">
              <ns4:hiddenLine w="9525">
                <ns1:solidFill>
                  <ns1:srgbClr val="000000"/>
                </ns1:solidFill>
                <ns1:miter lim="800000"/>
                <ns1:headEnd/>
                <ns1:tailEnd/>
              </ns4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en-US" altLang="zh-TW" dirty="0" err="1"/>
              <ns1:t>Klicken</ns1:t>
            </ns1:r>
            <ns1:r>
              <ns1:rPr lang="en-US" altLang="zh-TW" dirty="0"/>
              <ns1:t xml:space="preserve"> Sie, um die </ns1:t>
            </ns1:r>
            <ns1:r>
              <ns1:rPr lang="en-US" altLang="zh-TW" dirty="0" err="1"/>
              <ns1:t>Formate</ns1:t>
            </ns1:r>
            <ns1:r>
              <ns1:rPr lang="en-US" altLang="zh-TW" dirty="0"/>
              <ns1:t xml:space="preserve"> des </ns1:t>
            </ns1:r>
            <ns1:r>
              <ns1:rPr lang="en-US" altLang="zh-TW" dirty="0" err="1"/>
              <ns1:t>Vorlagentextes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zu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bearbeiten</ns1:t>
            </ns1:r>
            <ns1:endParaRPr lang="en-US" altLang="zh-TW" dirty="0"/>
          </ns1:p>
          <ns1:p>
            <ns1:pPr lvl="1"/>
            <ns1:r>
              <ns1:rPr lang="en-US" altLang="zh-TW" dirty="0" err="1"/>
              <ns1:t>Zweite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2"/>
            <ns1:r>
              <ns1:rPr lang="en-US" altLang="zh-TW" dirty="0" err="1"/>
              <ns1:t>Dritte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3"/>
            <ns1:r>
              <ns1:rPr lang="en-US" altLang="zh-TW" dirty="0" err="1"/>
              <ns1:t>Vierte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  <ns1:p>
            <ns1:pPr lvl="4"/>
            <ns1:r>
              <ns1:rPr lang="en-US" altLang="zh-TW" dirty="0" err="1"/>
              <ns1:t>Fünfte</ns1:t>
            </ns1:r>
            <ns1:r>
              <ns1:rPr lang="en-US" altLang="zh-TW" dirty="0"/>
              <ns1:t xml:space="preserve"> </ns1:t>
            </ns1:r>
            <ns1:r>
              <ns1:rPr lang="en-US" altLang="zh-TW" dirty="0" err="1"/>
              <ns1:t>Ebene</ns1:t>
            </ns1:r>
            <ns1:endParaRPr lang="en-US" altLang="zh-TW" dirty="0"/>
          </ns1:p>
        </ns0:txBody>
      </ns0:sp>
      <ns0:sp>
        <ns0:nvSpPr>
          <ns0:cNvPr id="1028" name="Line 22">
            <ns1:extLst>
              <ns1:ext uri="{FF2B5EF4-FFF2-40B4-BE49-F238E27FC236}">
                <ns2:creationId id="{AB7F6124-04C7-45E8-AA65-7F9F759D65F9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425451" y="252413"/>
            <ns1:ext cx="0" cy="69215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sp>
        <ns0:nvSpPr>
          <ns0:cNvPr id="1029" name="Line 24">
            <ns1:extLst>
              <ns1:ext uri="{FF2B5EF4-FFF2-40B4-BE49-F238E27FC236}">
                <ns2:creationId id="{C8074568-B491-4B67-9A93-41BE6E79B626}"/>
              </ns1:ext>
            </ns1:extLst>
          </ns0:cNvPr>
          <ns0:cNvSpPr>
            <ns1:spLocks noChangeShapeType="1"/>
          </ns0:cNvSpPr>
          <ns0:nvPr/>
        </ns0:nvSpPr>
        <ns0:spPr bwMode="auto">
          <ns1:xfrm>
            <ns1:off x="209551" y="784225"/>
            <ns1:ext cx="11772900" cy="0"/>
          </ns1:xfrm>
          <ns1:prstGeom prst="line">
            <ns1:avLst/>
          </ns1:prstGeom>
          <ns1:noFill/>
          <ns1:ln w="19050">
            <ns1:solidFill>
              <ns1:schemeClr val="tx1"/>
            </ns1:solidFill>
            <ns1:miter lim="800000"/>
            <ns1:headEnd/>
            <ns1:tailEnd/>
          </ns1:ln>
          <ns1:extLst>
            <ns1:ext uri="{909E8E84-426E-40DD-AFC4-6F175D3DCCD1}">
              <ns4:hiddenFill>
                <ns1:noFill/>
              </ns4:hiddenFill>
            </ns1:ext>
          </ns1:extLst>
        </ns0:spPr>
        <ns0:txBody>
          <ns1:bodyPr wrap="none"/>
          <ns1:lstStyle/>
          <ns1:p>
            <ns1:endParaRPr lang="zh-TW" altLang="en-US" sz="2000" baseline="0">
              <ns1:latin typeface="Times New Roman" panose="02020603050405020304" pitchFamily="18" charset="0"/>
              <ns1:ea typeface="標楷體" panose="03000509000000000000" pitchFamily="65" charset="-120"/>
            </ns1:endParaRPr>
          </ns1:p>
        </ns0:txBody>
      </ns0:sp>
      <ns0:pic>
        <ns0:nvPicPr>
          <ns0:cNvPr id="4" name="圖片 3">
            <ns1:extLst>
              <ns1:ext uri="{FF2B5EF4-FFF2-40B4-BE49-F238E27FC236}">
                <ns2:creationId id="{D03BE1FC-A522-6621-C15D-29238ADFB2C5}"/>
              </ns1:ext>
            </ns1:extLst>
          </ns0:cNvPr>
          <ns0:cNvPicPr>
            <ns1:picLocks noChangeAspect="1"/>
          </ns0:cNvPicPr>
          <ns0:nvPr userDrawn="1"/>
        </ns0:nvPicPr>
        <ns0:blipFill>
          <ns1:blip ns3:embed="rId14"/>
          <ns1:stretch>
            <ns1:fillRect/>
          </ns1:stretch>
        </ns0:blipFill>
        <ns0:spPr>
          <ns1:xfrm>
            <ns1:off x="10210800" y="0"/>
            <ns1:ext cx="1981200" cy="283029"/>
          </ns1:xfrm>
          <ns1:prstGeom prst="rect">
            <ns1:avLst/>
          </ns1:prstGeom>
        </ns0:spPr>
      </ns0:pic>
    </ns0:spTree>
    <ns0:extLst>
      <ns0:ext uri="{BB962C8B-B14F-4D97-AF65-F5344CB8AC3E}">
        <ns5:creationId val="2030889740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709" ns3:id="rId1"/>
    <ns0:sldLayoutId id="2147483710" ns3:id="rId2"/>
    <ns0:sldLayoutId id="2147483712" ns3:id="rId3"/>
    <ns0:sldLayoutId id="2147483713" ns3:id="rId4"/>
    <ns0:sldLayoutId id="2147483714" ns3:id="rId5"/>
    <ns0:sldLayoutId id="2147483715" ns3:id="rId6"/>
    <ns0:sldLayoutId id="2147483716" ns3:id="rId7"/>
    <ns0:sldLayoutId id="2147483717" ns3:id="rId8"/>
    <ns0:sldLayoutId id="2147483718" ns3:id="rId9"/>
    <ns0:sldLayoutId id="2147483719" ns3:id="rId10"/>
  </ns0:sldLayoutIdLst>
  <ns0:txStyles>
    <ns0:titleStyle>
      <ns1:lvl1pPr algn="l" rtl="0" eaLnBrk="1" fontAlgn="base" hangingPunct="1">
        <ns1:spcBef>
          <ns1:spcPct val="0"/>
        </ns1:spcBef>
        <ns1:spcAft>
          <ns1:spcPct val="0"/>
        </ns1:spcAft>
        <ns1:defRPr sz="2800" b="1" baseline="0">
          <ns1:solidFill>
            <ns1:schemeClr val="tx1"/>
          </ns1:solidFill>
          <ns1:latin typeface="Times New Roman" panose="02020603050405020304" pitchFamily="18" charset="0"/>
          <ns1:ea typeface="標楷體" panose="03000509000000000000" pitchFamily="65" charset="-120"/>
          <ns1:cs typeface="+mj-cs"/>
        </ns1:defRPr>
      </ns1:lvl1pPr>
      <ns1:lvl2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2pPr>
      <ns1:lvl3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3pPr>
      <ns1:lvl4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4pPr>
      <ns1:lvl5pPr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5pPr>
      <ns1:lvl6pPr marL="4572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6pPr>
      <ns1:lvl7pPr marL="9144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7pPr>
      <ns1:lvl8pPr marL="13716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8pPr>
      <ns1:lvl9pPr marL="1828800" algn="l" rtl="0" eaLnBrk="1" fontAlgn="base" hangingPunct="1">
        <ns1:spcBef>
          <ns1:spcPct val="0"/>
        </ns1:spcBef>
        <ns1:spcAft>
          <ns1:spcPct val="0"/>
        </ns1:spcAft>
        <ns1:defRPr sz="2800">
          <ns1:solidFill>
            <ns1:schemeClr val="tx1"/>
          </ns1:solidFill>
          <ns1:latin typeface="Arial" pitchFamily="34" charset="0"/>
        </ns1:defRPr>
      </ns1:lvl9pPr>
    </ns0:titleStyle>
    <ns0:bodyStyle>
      <ns1:lvl1pPr marL="2857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  <ns1:cs typeface="+mn-cs"/>
        </ns1:defRPr>
      </ns1:lvl1pPr>
      <ns1:lvl2pPr marL="76200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0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2pPr>
      <ns1:lvl3pPr marL="1238250" indent="-28575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24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3pPr>
      <ns1:lvl4pPr marL="1619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4pPr>
      <ns1:lvl5pPr marL="20002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anose="05050102010706020507" pitchFamily="18" charset="2"/>
        <ns1:buChar char="·"/>
        <ns1:defRPr sz="1600" baseline="0">
          <ns1:solidFill>
            <ns1:srgbClr val="000000"/>
          </ns1:solidFill>
          <ns1:latin typeface="Times New Roman" panose="02020603050405020304" pitchFamily="18" charset="0"/>
          <ns1:ea typeface="標楷體" panose="03000509000000000000" pitchFamily="65" charset="-120"/>
        </ns1:defRPr>
      </ns1:lvl5pPr>
      <ns1:lvl6pPr marL="24574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6pPr>
      <ns1:lvl7pPr marL="29146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7pPr>
      <ns1:lvl8pPr marL="33718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8pPr>
      <ns1:lvl9pPr marL="3829050" indent="-190500" algn="l" rtl="0" eaLnBrk="1" fontAlgn="base" hangingPunct="1">
        <ns1:spcBef>
          <ns1:spcPct val="20000"/>
        </ns1:spcBef>
        <ns1:spcAft>
          <ns1:spcPct val="0"/>
        </ns1:spcAft>
        <ns1:buClr>
          <ns1:schemeClr val="tx1"/>
        </ns1:buClr>
        <ns1:buFont typeface="Symbol" pitchFamily="18" charset="2"/>
        <ns1:buChar char="·"/>
        <ns1:defRPr sz="1600">
          <ns1:solidFill>
            <ns1:srgbClr val="000000"/>
          </ns1:solidFill>
          <ns1:latin typeface="+mn-lt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 standalone='yes'?>
<Relationships xmlns="http://schemas.openxmlformats.org/package/2006/relationships"><Relationship Id="rIdRender1" Type="http://schemas.openxmlformats.org/officeDocument/2006/relationships/image" Target="../media/c120-lora-leo-equations-render-fallback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native-equations-fallback.svg"/></Relationships>
</file>

<file path=ppt/slides/_rels/slide34.xml.rels><?xml version='1.0' encoding='UTF-8' standalone='yes'?>
<Relationships xmlns="http://schemas.openxmlformats.org/package/2006/relationships"><Relationship Id="rIdRender1" Type="http://schemas.openxmlformats.org/officeDocument/2006/relationships/image" Target="../media/c120-lora-leo-equations-render-fallback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native-equations-fallback-2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/>
        <ns0:txBody>
          <ns1:bodyPr anchor="ctr" wrap="square" lIns="73152" rIns="73152" tIns="36576" bIns="36576"/>
          <ns1:lstStyle>
            <ns1:lvl1pPr>
              <ns1:defRPr baseline="0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：endpoint energy 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的範圍</ns1:t>
            </ns1:r>
            <ns1:endParaRPr lang="zh-TW"/>
          </ns1:p>
        </ns0:txBody>
      </ns0:sp>
      <ns0:sp>
        <ns0:nvSpPr>
          <ns0:cNvPr id="3" name="Flow stage 1"/>
          <ns0:cNvSpPr/>
          <ns0:nvPr/>
        </ns0:nvSpPr>
        <ns0:spPr>
          <ns1:xfrm>
            <ns1:off x="74980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Flow label 1"/>
          <ns0:cNvSpPr txBox="1"/>
          <ns0:nvPr/>
        </ns0:nvSpPr>
        <ns0:spPr>
          <ns1:xfrm>
            <ns1:off x="79552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1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LaTeX source:E_{endpoint}=\sum_{s\in\mathcal{S}}P_s t_s</ns1:t>
            </ns1:r>
          </ns1:p>
        </ns0:txBody>
      </ns0:sp>
      <ns0:cxnSp>
        <ns0:nvCxnSpPr>
          <ns0:cNvPr id="5" name="Flow arrow"/>
          <ns0:cNvCxnSpPr/>
          <ns0:nvPr/>
        </ns0:nvCxnSpPr>
        <ns0:spPr>
          <ns1:xfrm>
            <ns1:off x="6053328" y="2953512"/>
            <ns1:ext cx="91440" cy="0"/>
          </ns1:xfrm>
          <ns1:prstGeom prst="line">
            <ns1:avLst/>
          </ns1:prstGeom>
          <ns1:ln w="15240">
            <ns1:solidFill>
              <ns1:srgbClr val="B77D2D"/>
            </ns1:solidFill>
          </ns1:ln>
        </ns0:spPr>
        <ns0:style>
          <ns1:lnRef idx="2">
            <ns1:schemeClr val="accent1"/>
          </ns1:lnRef>
          <ns1:fillRef idx="0">
            <ns1:schemeClr val="accent1"/>
          </ns1:fillRef>
          <ns1:effectRef idx="1">
            <ns1:schemeClr val="accent1"/>
          </ns1:effectRef>
          <ns1:fontRef idx="minor">
            <ns1:schemeClr val="tx1"/>
          </ns1:fontRef>
        </ns0:style>
      </ns0:cxnSp>
      <ns0:sp>
        <ns0:nvSpPr>
          <ns0:cNvPr id="6" name="Flow stage 2"/>
          <ns0:cNvSpPr/>
          <ns0:nvPr/>
        </ns0:nvSpPr>
        <ns0:spPr>
          <ns1:xfrm>
            <ns1:off x="6144768" y="2423160"/>
            <ns1:ext cx="5303520" cy="1051560"/>
          </ns1:xfrm>
          <ns1:prstGeom prst="rect">
            <ns1:avLst/>
          </ns1:prstGeom>
          <ns1:noFill/>
          <ns1:ln w="15240">
            <ns1:solidFill>
              <ns1:srgbClr val="263F51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Flow label 2"/>
          <ns0:cNvSpPr txBox="1"/>
          <ns0:nvPr/>
        </ns0:nvSpPr>
        <ns0:spPr>
          <ns1:xfrm>
            <ns1:off x="6190488" y="2514600"/>
            <ns1:ext cx="5212080" cy="86868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A343A"/>
                </ns1:solidFill>
                <ns1:latin typeface="Times New Roman"/>
                <ns1:ea typeface="標楷體"/>
                <ns1:cs typeface="Times New Roman"/>
              </ns1:rPr>
              <ns1:t>endpoint boundary。</ns1:t>
            </ns1:r>
          </ns1:p>
        </ns0:txBody>
      </ns0:sp>
      <ns0:sp>
        <ns0:nvSpPr>
          <ns0:cNvPr id="8" name="Visual caption"/>
          <ns0:cNvSpPr txBox="1"/>
          <ns0:nvPr/>
        </ns0:nvSpPr>
        <ns0:spPr>
          <ns1:xfrm>
            <ns1:off x="841248" y="1508760"/>
            <ns1:ext cx="10515600" cy="54864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Office Math 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0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 E_endpoint。</ns1:t>
            </ns1:r>
          </ns1:p>
        </ns0:txBody>
      </ns0:sp>
      <ns0:sp>
        <ns0:nvSpPr>
          <ns0:cNvPr id="9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0:pic>
        <ns0:nvPicPr>
          <ns0:cNvPr id="12" name="Native Office Math fallback SVG" title="Office Math fallback" descr="E_{\mathrm{endpoint}} = \sum_{s \in S} P_s t_s&#10;\eta_E = \frac{D_{\mathrm{delivered}}}{E_{\mathrm{endpoint}}}"/>
          <ns0:cNvPicPr preferRelativeResize="0"/>
          <ns0:nvPr/>
        </ns0:nvPicPr>
        <ns0:blipFill>
          <ns1:blip ns2:embed="rIdRender1"/>
          <ns1:stretch>
            <ns1:fillRect/>
          </ns1:stretch>
        </ns0:blipFill>
        <ns0:spPr>
          <ns1:xfrm>
            <ns1:off x="2146000" y="1714500"/>
            <ns1:ext cx="7900000" cy="213087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3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Native title placeholder"/>
          <ns0:cNvSpPr>
            <ns1:spLocks noGrp="1"/>
          </ns0:cNvSpPr>
          <ns0:nvPr>
            <ns0:ph type="title"/>
          </ns0:nvPr>
        </ns0:nvSpPr>
        <ns0:spPr>
          <ns1:xfrm>
            <ns1:off x="609599" y="228601"/>
            <ns1:ext cx="11356623" cy="505355"/>
          </ns1:xfrm>
        </ns0:spPr>
        <ns0:txBody>
          <ns1:bodyPr anchor="ctr" wrap="square" lIns="73152" rIns="73152" tIns="36576" bIns="36576"/>
          <ns1:lstStyle>
            <ns1:lvl1pPr algn="l">
              <ns1:defRPr sz="2000" b="1"/>
            </ns1:lvl1pPr>
          </ns1:lstStyle>
          <ns1:p>
            <ns1:pPr algn="l">
              <ns1:spcAft>
                <ns1:spcPts val="0"/>
              </ns1:spcAft>
            </ns1:pP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：</ns1:t>
            </ns1:r>
            <ns1:r>
              <ns1:rPr sz="2800" b="1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服務效率的分子與分母</ns1:t>
            </ns1:r>
            <ns1:endParaRPr lang="zh-TW"/>
          </ns1:p>
        </ns0:txBody>
      </ns0:sp>
      <ns0:sp>
        <ns0:nvSpPr>
          <ns0:cNvPr id="3" name="Native equation canvas"/>
          <ns0:cNvSpPr/>
          <ns0:nvPr/>
        </ns0:nvSpPr>
        <ns0:spPr>
          <ns1:xfrm>
            <ns1:off x="841248" y="1417320"/>
            <ns1:ext cx="10469880" cy="2971800"/>
          </ns1:xfrm>
          <ns1:prstGeom prst="rect">
            <ns1:avLst/>
          </ns1:prstGeom>
          <ns1:noFill/>
          <ns1:ln w="16510">
            <ns1:solidFill>
              <ns1:srgbClr val="2F6F70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reading ladder"/>
          <ns0:cNvSpPr txBox="1"/>
          <ns0:nvPr/>
        </ns0:nvSpPr>
        <ns0:spPr>
          <ns1:xfrm>
            <ns1:off x="1051560" y="4553712"/>
            <ns1:ext cx="10058400" cy="438912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2000" b="0" i="0">
                <ns1:solidFill>
                  <ns1:srgbClr val="263F51"/>
                </ns1:solidFill>
                <ns1:latin typeface="Times New Roman"/>
                <ns1:ea typeface="標楷體"/>
                <ns1:cs typeface="Times New Roman"/>
              </ns1:rPr>
              <ns1:t>scope → numerator / denominator → units → evidence</ns1:t>
            </ns1:r>
          </ns1:p>
        </ns0:txBody>
      </ns0:sp>
      <ns0:sp>
        <ns0:nvSpPr>
          <ns0:cNvPr id="5" name="Equation metadata cue"/>
          <ns0:cNvSpPr txBox="1"/>
          <ns0:nvPr/>
        </ns0:nvSpPr>
        <ns0:spPr>
          <ns1:xfrm>
            <ns1:off x="1097280" y="5010912"/>
            <ns1:ext cx="9966960" cy="47548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ctr">
              <ns1:spcAft>
                <ns1:spcPts val="0"/>
              </ns1:spcAft>
            </ns1:pPr>
            <ns1:r>
              <ns1:rPr sz="1800" b="0" i="0">
                <ns1:solidFill>
                  <ns1:srgbClr val="59686F"/>
                </ns1:solidFill>
                <ns1:latin typeface="Times New Roman"/>
                <ns1:ea typeface="標楷體"/>
                <ns1:cs typeface="Times New Roman"/>
              </ns1:rPr>
              <ns1:t>LaTeX source：\eta_E=\frac{D_{delivered}}{E_{endpoint}}；delivered bits / J。</ns1:t>
            </ns1:r>
          </ns1:p>
        </ns0:txBody>
      </ns0:sp>
      <ns0:sp>
        <ns0:nvSpPr>
          <ns0:cNvPr id="6" name="Evidence status tag"/>
          <ns0:cNvSpPr txBox="1"/>
          <ns0:nvPr/>
        </ns0:nvSpPr>
        <ns0:spPr>
          <ns1:xfrm>
            <ns1:off x="8366760" y="786384"/>
            <ns1:ext cx="292608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anchor="ctr" lIns="73152" rIns="73152" tIns="36576" bIns="36576">
            <ns1:spAutoFit/>
          </ns1:bodyPr>
          <ns1:lstStyle/>
          <ns1:p>
            <ns1:pPr algn="r">
              <ns1:spcAft>
                <ns1:spcPts val="0"/>
              </ns1:spcAft>
            </ns1:pPr>
            <ns1:r>
              <ns1:rPr sz="1600" b="0" i="0">
                <ns1:solidFill>
                  <ns1:srgbClr val="B77D2D"/>
                </ns1:solidFill>
                <ns1:latin typeface="Times New Roman"/>
                <ns1:ea typeface="標楷體"/>
                <ns1:cs typeface="Times New Roman"/>
              </ns1:rPr>
              <ns1:t>VERIFIED</ns1:t>
            </ns1:r>
          </ns1:p>
        </ns0:txBody>
      </ns0:sp>
      <ns0:pic>
        <ns0:nvPicPr>
          <ns0:cNvPr id="9" name="Native Office Math fallback SVG" title="Office Math fallback" descr="E_{\mathrm{endpoint}} = \sum_{s \in S} P_s t_s&#10;\eta_E = \frac{D_{\mathrm{delivered}}}{E_{\mathrm{endpoint}}}"/>
          <ns0:cNvPicPr preferRelativeResize="0"/>
          <ns0:nvPr/>
        </ns0:nvPicPr>
        <ns0:blipFill>
          <ns1:blip ns2:embed="rIdRender1"/>
          <ns1:stretch>
            <ns1:fillRect/>
          </ns1:stretch>
        </ns0:blipFill>
        <ns0:spPr>
          <ns1:xfrm>
            <ns1:off x="2146000" y="1714500"/>
            <ns1:ext cx="7900000" cy="213087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