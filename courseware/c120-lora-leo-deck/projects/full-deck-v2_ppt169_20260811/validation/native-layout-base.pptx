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_rels/notesSlide1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1.xml" /></Relationships>
</file>

<file path=ppt/notesSlides/_rels/notesSlide1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2.xml" /></Relationships>
</file>

<file path=ppt/notesSlides/_rels/notesSlide1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3.xml" /></Relationships>
</file>

<file path=ppt/notesSlides/_rels/notesSlide1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4.xml" /></Relationships>
</file>

<file path=ppt/notesSlides/_rels/notesSlide1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5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10.xml" /></Relationships>
</file>

<file path=ppt/slides/_rels/slide1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11.xml" /></Relationships>
</file>

<file path=ppt/slides/_rels/slide1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112.xml" /></Relationships>
</file>

<file path=ppt/slides/_rels/slide1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13.xml" /></Relationships>
</file>

<file path=ppt/slides/_rels/slide1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4.xml" /></Relationships>
</file>

<file path=ppt/slides/_rels/slide1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15.xml" /></Relationships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 都是能源決策</a:t>
            </a:r>
            <a:r>
              <a:rPr lang="zh-TW" altLang="en-US" b="0" i="0" u="none" strike="noStrike" baseline="0" dirty="0">
                <a:latin typeface="Times-Roman"/>
              </a:rPr>
              <a:t xml:space="preserve"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C-120｜LoRaEnergySim × 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節能是一條可檢驗的因果鏈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observation → policy → action → state / packet → service → J。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六段箭頭流程圖。</a:t>
            </a:r>
            <a:endParaRPr 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LoRaEnergySim 為什麼直接服務智慧節能與 IoT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低功耗節點、封包與重試、睡眠／處理／TX／RX、可觀察結果。</a:t>
            </a:r>
            <a:endParaRPr 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LEO 只提供會改變的服務窗口</a:t>
            </a:r>
            <a:endParaRPr 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兩層 evidence 不能互相冒充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endpoint layer:queue / packet / state / endpoint J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system layer:既有 C-120 authority。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endpoint replay 與 C-120 system replay 的分層圖。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endpoint replay 與 C-120 system replay 的分層圖。</a:t>
            </a:r>
            <a:endParaRPr 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從預測走到可反駁的結果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先寫預測，再執行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withheld case 不准 retune。</a:t>
            </a:r>
            <a:endParaRPr lang="zh-TW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一個小改動，必須能追到一個機制</a:t>
            </a:r>
            <a:endParaRPr 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今天的教學路徑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why → setup → endpoint model → anchor → A → B → recovery → C → evidence → transfer。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十個節點的路徑圖。</a:t>
            </a:r>
            <a:endParaRPr lang="zh-TW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開場檢查點：先確認 claim 邊界</a:t>
            </a:r>
            <a:endParaRPr lang="zh-TW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套件根目錄是一條 provenance 邊界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README、setup.sh / setup.cmd、course.sh / course.cmd、student_policy.py、schemas/。</a:t>
            </a:r>
            <a:endParaRPr lang="zh-TW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下載指定 archive，先核對 identity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http://120.126.151.102:4192/c120-lora-energy-lab-v1.zip
http://120.126.151.102:4192/c120-lora-energy-lab-v1.zip.sha256
SHA-256:ae887f751b93dbcbdb2289b0593fc2ccebed01da05e2e7034db0c24f692bf46e。</a:t>
            </a:r>
            <a:endParaRPr lang="zh-TW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Windows 原生先確認 shell 與 launcher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C:\...&gt; → py -3.11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PS C:\...&gt; → .\setup.cmd。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CMD 與 PowerShell 的提示字元對照卡。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CMD 與 PowerShell 的提示字元對照卡。</a:t>
            </a:r>
            <a:endParaRPr lang="zh-TW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沒有 Python 3.11 時的 Windows 安裝路徑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https://www.python.org/downloads/windows/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Python 3.11.x / Windows installer (64-bit)
安裝 Python Launcher
重新開啟 shell → py --list。</a:t>
            </a:r>
            <a:endParaRPr lang="zh-TW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uv 是 Python 3.11 的 recovery 工具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winget install --id=astral-sh.uv -e
uv python install 3.11
uv python find 3.11。</a:t>
            </a:r>
            <a:endParaRPr lang="zh-TW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Windows 用 package-local `.venv`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system Python ≠ course .venv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不要共享 WSL .venv。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system Python 與 `.venv\Scripts\python.exe` 的隔離圖。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system Python 與 `.venv\Scripts\python.exe` 的隔離圖。</a:t>
            </a:r>
            <a:endParaRPr lang="zh-TW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Windows 執行 setup 與 verify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$env:PYTHON_BIN = "py -3.11"
.\setup.cmd
.\course.cmd verify
READY / PLACEHOLDER。</a:t>
            </a:r>
            <a:endParaRPr lang="zh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WSL 先確認它真的是 Ubuntu shell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PowerShell (系統管理員):wsl --install -d Ubuntu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wsl -l -v
Ubuntu:pwd
uname -a；不要混用 .venv。</a:t>
            </a:r>
            <a:endParaRPr lang="zh-TW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WSL 安裝工具與 uv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sudo apt update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sudo apt install -y curl unzip
curl -LsSf https://astral.sh/uv/install.sh | sh。</a:t>
            </a:r>
            <a:endParaRPr lang="zh-TW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WSL 解壓與建立 `.venv`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PYTHON_BIN="$(uv python find 3.11)"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bash setup.sh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.venv/bin/python。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`/mnt/c/...` → `~/c120-course/` → package root。</a:t>
            </a:r>
            <a:endParaRPr lang="zh-TW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POSIX runner 的最小入口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PYTHON_BIN=python3.11 bash setup.sh
bash course.sh verify。</a:t>
            </a:r>
            <a:endParaRPr lang="zh-TW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`READY` receipt 是下一步的入場券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status: READY
Python 3.11.x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scenario_id
policy_api_version；engine_mode。</a:t>
            </a:r>
            <a:endParaRPr lang="zh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setup 失敗不等於 energy result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讀錯誤 → 修最小邊界
無法完成 → same-scenario fallback。</a:t>
            </a:r>
            <a:endParaRPr lang="zh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可編輯檔案只有一個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只編輯 marked blocks
scenario / schemas / runner / generated JSON = read-only。</a:t>
            </a:r>
            <a:endParaRPr lang="zh-TW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policy API 的輸入是現在能觀察到的事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observation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choose_action(...)
WAIT / SLEEP / SEND_ONE / SEND_URGENT / FLUSH_BATCH。</a:t>
            </a:r>
            <a:endParaRPr lang="zh-TW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Python survival：常數是受控旋鈕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PACE_GAP_STEPS、REST_DURING_GAP、BATCH_SIZE、URGENT_MARGIN_S
bounded values only。</a:t>
            </a:r>
            <a:endParaRPr lang="zh-TW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Python survival：條件只處理當前 observation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現在看到的條件 → 一個 legal action
不要讀 future outcome。</a:t>
            </a:r>
            <a:endParaRPr lang="zh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Python survival：縮排與 return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choose_action(observation)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return WAIT
return SLEEP
return SEND_ONE。</a:t>
            </a:r>
            <a:endParaRPr lang="zh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endpoint 狀態：名稱要和機制對齊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SLEEP、WAIT、WAKE、PROCESS、TX、RX。</a:t>
            </a:r>
            <a:endParaRPr lang="zh-TW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WAIT 是 awake idle，SLEEP 會帶來 wake 成本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WAIT = 保持清醒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SLEEP = 低功耗 + wake latency/energy。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WAIT 與 SLEEP 的雙泳道時間線。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WAIT 與 SLEEP 的雙泳道時間線。</a:t>
            </a:r>
            <a:endParaRPr lang="zh-TW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封包生命週期：送出不是交付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attempt、retry、delivered、expired、queue age。</a:t>
            </a:r>
            <a:endParaRPr lang="zh-TW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service boundary 先於 energy 比較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先確認 job / window / delivery
再比較 J。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service gate 包住 endpoint energy ledger。</a:t>
            </a:r>
            <a:endParaRPr lang="zh-TW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W 是速率，J 是累積結果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power = rate
energy = area under P(t)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W、J。</a:t>
            </a:r>
            <a:endParaRPr lang="zh-TW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公式：endpoint energy 的範圍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LaTeX source:E_{endpoint}=\sum_{s\in\mathcal{S}}P_s t_s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endpoint boundary。</a:t>
            </a:r>
            <a:endParaRPr lang="zh-TW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公式：服務效率的分子與分母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LaTeX source:\eta_E=\frac{D_{delivered}}{E_{endpoint}}
delivered bits / J。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`η_E` 公式與單位階梯。</a:t>
            </a:r>
            <a:endParaRPr lang="zh-TW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來源、模型、課程假設、結果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source → model → course assumption → result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scenario_id / seed / policy hash。</a:t>
            </a:r>
            <a:endParaRPr lang="zh-TW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一個 `scenario_id` 綁住整條鏈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c120-ntpu-energy-decision-01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scenario / anchor / policy / replay。</a:t>
            </a:r>
            <a:endParaRPr lang="zh-TW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公平 baseline：固定 job、window、boundary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FIXED:scenario / seed / job
CONTROLLED:policy block
OBSERVED:queue / service / state / J。</a:t>
            </a:r>
            <a:endParaRPr lang="zh-TW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LEO window：合法與不合法的 action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window open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window closed
WAIT / SEND
same anchor。</a:t>
            </a:r>
            <a:endParaRPr lang="zh-TW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Lab A：同一份工作，不同 pace</a:t>
            </a:r>
            <a:endParaRPr lang="zh-TW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先讀 `PACE_GAP_STEPS`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gap 變大 → send opportunity 改變
line number:PLACEHOLDER。</a:t>
            </a:r>
            <a:endParaRPr lang="zh-TW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再讀 `REST_DURING_GAP`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REST_DURING_GAP = WAIT or SLEEP
wake cost must be observed。</a:t>
            </a:r>
            <a:endParaRPr lang="zh-TW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Lab A 的 prediction lock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queue age、service、state time、endpoint J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before run。</a:t>
            </a:r>
            <a:endParaRPr lang="zh-TW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A-01：跑 untouched baseline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bash course.sh run --lab A --case baseline
Windows:course.cmd run --lab A --case baseline
result_path:PLACEHOLDER。</a:t>
            </a:r>
            <a:endParaRPr lang="zh-TW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A-02：只改 A marked block 並 freeze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lab-a-pace-rest
bash course.sh run --lab A --case candidate --freeze
Windows:course.cmd run --lab A --case candidate --freeze
policy SHA:PLACEHOLDER。</a:t>
            </a:r>
            <a:endParaRPr lang="zh-TW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A-03：匯入 candidate，先看同一個 boundary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same scenario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same job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queue / service / state / J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endpoint layer。</a:t>
            </a:r>
            <a:endParaRPr lang="zh-TW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A-04：讀懂 state ledger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state duration
wake latency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TX/RX attempts
energy scope。</a:t>
            </a:r>
            <a:endParaRPr lang="zh-TW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A-05：把 packet 結果接回 service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attempt ≠ delivered
retry / expired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service verdict。</a:t>
            </a:r>
            <a:endParaRPr lang="zh-TW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A-06：檢查 A freeze lineage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predecessor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policy SHA
active_block_id
freeze receipt。</a:t>
            </a:r>
            <a:endParaRPr lang="zh-TW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A-07：用 hidden case 檢驗，不再 retune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bash course.sh run --lab A --case hidden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Windows:course.cmd run --lab A --case hidden
policy SHA unchanged。</a:t>
            </a:r>
            <a:endParaRPr lang="zh-TW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Lab A debrief：一條因果句就夠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我改了…
因此…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result 顯示…
在 hidden…。</a:t>
            </a:r>
            <a:endParaRPr lang="zh-TW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Lab B：現在送，還是等到更穩定？</a:t>
            </a:r>
            <a:endParaRPr lang="zh-TW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`ENTER_QUALITY`：何時進入 send-ready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quality ≥ ENTER_QUALITY
enter event
line number:PLACEHOLDER。</a:t>
            </a:r>
            <a:endParaRPr lang="zh-TW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`EXIT_QUALITY`：為什麼不能只用一條線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ENTER_QUALITY ≠ EXIT_QUALITY
avoid ping-pong。</a:t>
            </a:r>
            <a:endParaRPr lang="zh-TW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`STABLE_STEPS`：拒絕短暫尖峰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stable_count &lt; STABLE_STEPS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hold
stable_count = STABLE_STEPS → switch。</a:t>
            </a:r>
            <a:endParaRPr lang="zh-TW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Lab B 的 Trace A prediction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預測 entry
預測 hold
預測 service / endpoint J。</a:t>
            </a:r>
            <a:endParaRPr lang="zh-TW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B-01：Trace A baseline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bash course.sh run --lab B --case trace-a-baseline
Windows:course.cmd run --lab B --case trace-a-baseline
result_path:PLACEHOLDER。</a:t>
            </a:r>
            <a:endParaRPr lang="zh-TW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B-02：改 B marked block 並 freeze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lab-b-enter-exit-hold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ENTER_QUALITY / EXIT_QUALITY / STABLE_STEPS
bash course.sh run --lab B --case trace-a-candidate --freeze
Windows:course.cmd run --lab B --case trace-a-candidate --freeze。</a:t>
            </a:r>
            <a:endParaRPr lang="zh-TW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B-03：讀 transition 與 service，不只讀品質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quality trace
mode transition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attempt / retry
service；endpoint J。</a:t>
            </a:r>
            <a:endParaRPr lang="zh-TW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B-04：確認 freeze receipt 才能進 Trace B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lab-b-frozen
policy SHA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Trace A
predecessor = A frozen。</a:t>
            </a:r>
            <a:endParaRPr lang="zh-TW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B-05：Trace B 不 retune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bash course.sh run --lab B --case trace-b
Windows:course.cmd run --lab B --case trace-b
policy SHA unchanged。</a:t>
            </a:r>
            <a:endParaRPr lang="zh-TW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B-06：辨識 too-slow 與 ping-pong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too-slow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ping-pong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service loss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保留 counterexample。</a:t>
            </a:r>
            <a:endParaRPr lang="zh-TW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Lab B debrief：hysteresis 是條件，不是保證</a:t>
            </a:r>
            <a:endParaRPr lang="zh-TW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Recovery checkpoint：保存 A/B lineage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artifacts/receipts/
artifacts/checkpoints/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workbook prediction + result。</a:t>
            </a:r>
            <a:endParaRPr lang="zh-TW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Lab C：佇列、批次、休眠或 urgent send</a:t>
            </a:r>
            <a:endParaRPr lang="zh-TW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queue、deadline、freshness 不是同一欄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queue age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deadline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freshness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delivered / expired。</a:t>
            </a:r>
            <a:endParaRPr lang="zh-TW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`BATCH_SIZE`：少 activation 還是多等待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BATCH_SIZE
flush
activation count
queue age。</a:t>
            </a:r>
            <a:endParaRPr lang="zh-TW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`URGENT_MARGIN_S`：何時跳過一般節奏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deadline − now ≤ URGENT_MARGIN_S
SEND_URGENT
不要偷看結果。</a:t>
            </a:r>
            <a:endParaRPr lang="zh-TW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Lab C prediction：先寫 trade-off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batching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urgency
delivered bits
endpoint J。</a:t>
            </a:r>
            <a:endParaRPr lang="zh-TW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C-01：跑 baseline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bash course.sh run --lab C --case baseline
Windows:course.cmd run --lab C --case baseline。</a:t>
            </a:r>
            <a:endParaRPr lang="zh-TW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C-02：只做一次 candidate edit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lab-c-batch-urgent
BATCH_SIZE or URGENT_MARGIN_S
bash course.sh run --lab C --case candidate
Windows:course.cmd run --lab C --case candidate。</a:t>
            </a:r>
            <a:endParaRPr lang="zh-TW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C-03：讀 queue 與 packet ledger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queue age
attempt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retry
delivered；expired。</a:t>
            </a:r>
            <a:endParaRPr lang="zh-TW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C-04：讀 state 與 endpoint J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state duration
P_s × t_s
E_endpoint
service gate。</a:t>
            </a:r>
            <a:endParaRPr lang="zh-TW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C-05：根據 evidence 做唯一一次 revision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one reason
one marked-block change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no second revision。</a:t>
            </a:r>
            <a:endParaRPr lang="zh-TW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C-06：revision freeze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bash course.sh run --lab C --case revision --freeze
Windows:course.cmd run --lab C --case revision --freeze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lab-c-frozen
policy SHA。</a:t>
            </a:r>
            <a:endParaRPr lang="zh-TW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C-07：surprise case 保持 frozen policy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bash course.sh run --lab C --case surprise
Windows:course.cmd run --lab C --case surprise
policy SHA unchanged
surprise。</a:t>
            </a:r>
            <a:endParaRPr lang="zh-TW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Lab C debrief：用 packet、service、J 一起判讀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packet outcome
service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endpoint J
counterexample。</a:t>
            </a:r>
            <a:endParaRPr lang="zh-TW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先保存 result 與配對 replay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artifacts/&lt;run_id&gt;/result.json
artifacts/&lt;run_id&gt;/endpoint-replay.json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stdout result_path。</a:t>
            </a:r>
            <a:endParaRPr lang="zh-TW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在 Leo 先記 setup mode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READY receipt → 記錄 READY
same-scenario fallback → 記錄 fallback。</a:t>
            </a:r>
            <a:endParaRPr lang="zh-TW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匯入 exact result，不上傳 policy source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匯入 result.json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fresh:artifacts/&lt;run_id&gt;/...
fallback:fallback_artifacts/...。</a:t>
            </a:r>
            <a:endParaRPr lang="zh-TW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importer 逐層檢查 provenance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schema → identity → units → policy / seed → provenance → replay。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六階 validation ladder，最後才落到 replay。</a:t>
            </a:r>
            <a:endParaRPr lang="zh-TW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replay 把 result 變成可讀時間線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queue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packet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radio state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contact / handover；endpoint energy。</a:t>
            </a:r>
            <a:endParaRPr lang="zh-TW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server preview 可以證明什麼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Server preview 已驗證
Windows native:PLACEHOLDER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endpoint KPI:PLACEHOLDER。</a:t>
            </a:r>
            <a:endParaRPr lang="zh-TW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匯出可重開的 Energy Decision Workbook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匯出可重開的學習單
predictions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run ledger
replay IDs；source mode。</a:t>
            </a:r>
            <a:endParaRPr lang="zh-TW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關閉再 reopen，驗證 provenance 仍在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export → close → reopen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same scenario_id
same run / replay records。</a:t>
            </a:r>
            <a:endParaRPr lang="zh-TW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mismatch 必須 fail closed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identity / unit / schema mismatch
session unchanged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REJECTED。</a:t>
            </a:r>
            <a:endParaRPr lang="zh-TW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fallback 是同一場景的可追溯復原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artifact_source: same-scenario-fallback
manifest.json
matching result + replay。</a:t>
            </a:r>
            <a:endParaRPr lang="zh-TW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policy guard 失敗：只恢復 marked block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status → restore --checkpoint → policy guard
artifacts untouched。</a:t>
            </a:r>
            <a:endParaRPr lang="zh-TW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一條完整的中斷復原路徑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保留錯誤 → 核對 identity → restore / fallback → import → reopen。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從 runner error 到 workbook reopen 的單一路徑。</a:t>
            </a:r>
            <a:endParaRPr lang="zh-TW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evidence clinic：決策時可取得什麼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decision-time input
post-action outcome
不可互換。</a:t>
            </a:r>
            <a:endParaRPr lang="zh-TW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leakage 會讓假說看起來很強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合法:現在的 quality / queue / deadline
禁止:future delivery / future energy。</a:t>
            </a:r>
            <a:endParaRPr lang="zh-TW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一筆 evidence record 要能自我說明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source
identity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mechanism
evidence；claim class。</a:t>
            </a:r>
            <a:endParaRPr lang="zh-TW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measured、derived、assumed、simulated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measured
derived
assumed
simulated。</a:t>
            </a:r>
            <a:endParaRPr lang="zh-TW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endpoint layer 與 system layer 的邊界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endpoint J 不等於 system consumed J
共享 scenario ≠ 共享語義。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兩個有明確邊界的 energy ledgers。</a:t>
            </a:r>
            <a:endParaRPr lang="zh-TW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把同一機制轉到智慧農場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soil sensor
上行機會
batch / sleep / urgent
service + endpoint J。</a:t>
            </a:r>
            <a:endParaRPr lang="zh-TW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HVAC、edge、物流：機會變動仍是同一個問題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HVAC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edge inference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logistics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opportunity → policy → service / energy。</a:t>
            </a:r>
            <a:endParaRPr lang="zh-TW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寫一個可被推翻的競賽假說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在固定 ______ 下，若改變 ______，則 ______ 會改變，因為 ______
若 ______，假說被推翻。</a:t>
            </a:r>
            <a:endParaRPr lang="zh-TW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Appendix：TLE 只負責提供時間與位置來源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pinned source → model → contact context
LEO = changing window example。</a:t>
            </a:r>
            <a:endParaRPr lang="zh-TW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Appendix：SGP4 與 contact window 的最小讀法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position over time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contact open / closed
not live telemetry。</a:t>
            </a:r>
            <a:endParaRPr lang="zh-TW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Appendix：quality、dB 與 action context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quality observation ≠ service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dB / linear
不要求 link-budget 推導。</a:t>
            </a:r>
            <a:endParaRPr lang="zh-TW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Appendix：W、J、bit/s、delivered bits、bit/J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W = power rate
J = accumulated energy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bit/s = rate
delivered bits；bit/J = service per energy。</a:t>
            </a:r>
            <a:endParaRPr lang="zh-TW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Appendix：source → model → assumption → result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source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model
course assumption
result；policy hash。</a:t>
            </a:r>
            <a:endParaRPr lang="zh-TW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Appendix：`student_policy.py` 的 allowed API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allowed observations → WAIT / SLEEP / SEND_ONE / SEND_URGENT / FLUSH_BATCH
API version:PLACEHOLDER。</a:t>
            </a:r>
            <a:endParaRPr lang="zh-TW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Appendix：scenario、result、receipt、replay 的契約流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scenario.schema → result.schema → freeze-receipt.schema → endpoint-replay.schema → workbook。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五份 schema 連成一條 contract flow。</a:t>
            </a:r>
            <a:endParaRPr lang="zh-TW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Appendix：fail-closed validation ladder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shape → identity → units → policy → provenance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fail = no partial update。</a:t>
            </a:r>
            <a:endParaRPr lang="zh-TW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Appendix：課程 wrapper 與 upstream license boundary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course wrapper
pinned upstream reference
JSON seam
GPL-3.0 review。</a:t>
            </a:r>
            <a:endParaRPr lang="zh-TW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Appendix：field glossary 與 claim ceiling</a:t>
            </a:r>
            <a:endParaRPr lang="zh-TW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快速分支：同一 policy，新的 held-out 條件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freeze policy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new opportunity / trace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predict → run → compare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no retune。</a:t>
            </a:r>
            <a:endParaRPr lang="zh-TW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退出：留下可重開、可反駁的 evidence chain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