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0.xml" ContentType="application/vnd.openxmlformats-officedocument.presentationml.notesSlide+xml"/>
  <ct:Override PartName="/ppt/notesSlides/notesSlide100.xml" ContentType="application/vnd.openxmlformats-officedocument.presentationml.notesSlide+xml"/>
  <ct:Override PartName="/ppt/notesSlides/notesSlide101.xml" ContentType="application/vnd.openxmlformats-officedocument.presentationml.notesSlide+xml"/>
  <ct:Override PartName="/ppt/notesSlides/notesSlide102.xml" ContentType="application/vnd.openxmlformats-officedocument.presentationml.notesSlide+xml"/>
  <ct:Override PartName="/ppt/notesSlides/notesSlide103.xml" ContentType="application/vnd.openxmlformats-officedocument.presentationml.notesSlide+xml"/>
  <ct:Override PartName="/ppt/notesSlides/notesSlide104.xml" ContentType="application/vnd.openxmlformats-officedocument.presentationml.notesSlide+xml"/>
  <ct:Override PartName="/ppt/notesSlides/notesSlide105.xml" ContentType="application/vnd.openxmlformats-officedocument.presentationml.notesSlide+xml"/>
  <ct:Override PartName="/ppt/notesSlides/notesSlide106.xml" ContentType="application/vnd.openxmlformats-officedocument.presentationml.notesSlide+xml"/>
  <ct:Override PartName="/ppt/notesSlides/notesSlide107.xml" ContentType="application/vnd.openxmlformats-officedocument.presentationml.notesSlide+xml"/>
  <ct:Override PartName="/ppt/notesSlides/notesSlide108.xml" ContentType="application/vnd.openxmlformats-officedocument.presentationml.notesSlide+xml"/>
  <ct:Override PartName="/ppt/notesSlides/notesSlide109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10.xml" ContentType="application/vnd.openxmlformats-officedocument.presentationml.notesSlide+xml"/>
  <ct:Override PartName="/ppt/notesSlides/notesSlide111.xml" ContentType="application/vnd.openxmlformats-officedocument.presentationml.notesSlide+xml"/>
  <ct:Override PartName="/ppt/notesSlides/notesSlide112.xml" ContentType="application/vnd.openxmlformats-officedocument.presentationml.notesSlide+xml"/>
  <ct:Override PartName="/ppt/notesSlides/notesSlide113.xml" ContentType="application/vnd.openxmlformats-officedocument.presentationml.notesSlide+xml"/>
  <ct:Override PartName="/ppt/notesSlides/notesSlide114.xml" ContentType="application/vnd.openxmlformats-officedocument.presentationml.notesSlide+xml"/>
  <ct:Override PartName="/ppt/notesSlides/notesSlide115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37.xml" ContentType="application/vnd.openxmlformats-officedocument.presentationml.notesSlide+xml"/>
  <ct:Override PartName="/ppt/notesSlides/notesSlide38.xml" ContentType="application/vnd.openxmlformats-officedocument.presentationml.notesSlide+xml"/>
  <ct:Override PartName="/ppt/notesSlides/notesSlide39.xml" ContentType="application/vnd.openxmlformats-officedocument.presentationml.notesSlide+xml"/>
  <ct:Override PartName="/ppt/notesSlides/notesSlide40.xml" ContentType="application/vnd.openxmlformats-officedocument.presentationml.notesSlide+xml"/>
  <ct:Override PartName="/ppt/notesSlides/notesSlide41.xml" ContentType="application/vnd.openxmlformats-officedocument.presentationml.notesSlide+xml"/>
  <ct:Override PartName="/ppt/notesSlides/notesSlide42.xml" ContentType="application/vnd.openxmlformats-officedocument.presentationml.notesSlide+xml"/>
  <ct:Override PartName="/ppt/notesSlides/notesSlide43.xml" ContentType="application/vnd.openxmlformats-officedocument.presentationml.notesSlide+xml"/>
  <ct:Override PartName="/ppt/notesSlides/notesSlide44.xml" ContentType="application/vnd.openxmlformats-officedocument.presentationml.notesSlide+xml"/>
  <ct:Override PartName="/ppt/notesSlides/notesSlide45.xml" ContentType="application/vnd.openxmlformats-officedocument.presentationml.notesSlide+xml"/>
  <ct:Override PartName="/ppt/notesSlides/notesSlide46.xml" ContentType="application/vnd.openxmlformats-officedocument.presentationml.notesSlide+xml"/>
  <ct:Override PartName="/ppt/notesSlides/notesSlide47.xml" ContentType="application/vnd.openxmlformats-officedocument.presentationml.notesSlide+xml"/>
  <ct:Override PartName="/ppt/notesSlides/notesSlide48.xml" ContentType="application/vnd.openxmlformats-officedocument.presentationml.notesSlide+xml"/>
  <ct:Override PartName="/ppt/notesSlides/notesSlide49.xml" ContentType="application/vnd.openxmlformats-officedocument.presentationml.notesSlide+xml"/>
  <ct:Override PartName="/ppt/notesSlides/notesSlide50.xml" ContentType="application/vnd.openxmlformats-officedocument.presentationml.notesSlide+xml"/>
  <ct:Override PartName="/ppt/notesSlides/notesSlide51.xml" ContentType="application/vnd.openxmlformats-officedocument.presentationml.notesSlide+xml"/>
  <ct:Override PartName="/ppt/notesSlides/notesSlide52.xml" ContentType="application/vnd.openxmlformats-officedocument.presentationml.notesSlide+xml"/>
  <ct:Override PartName="/ppt/notesSlides/notesSlide53.xml" ContentType="application/vnd.openxmlformats-officedocument.presentationml.notesSlide+xml"/>
  <ct:Override PartName="/ppt/notesSlides/notesSlide54.xml" ContentType="application/vnd.openxmlformats-officedocument.presentationml.notesSlide+xml"/>
  <ct:Override PartName="/ppt/notesSlides/notesSlide55.xml" ContentType="application/vnd.openxmlformats-officedocument.presentationml.notesSlide+xml"/>
  <ct:Override PartName="/ppt/notesSlides/notesSlide56.xml" ContentType="application/vnd.openxmlformats-officedocument.presentationml.notesSlide+xml"/>
  <ct:Override PartName="/ppt/notesSlides/notesSlide57.xml" ContentType="application/vnd.openxmlformats-officedocument.presentationml.notesSlide+xml"/>
  <ct:Override PartName="/ppt/notesSlides/notesSlide58.xml" ContentType="application/vnd.openxmlformats-officedocument.presentationml.notesSlide+xml"/>
  <ct:Override PartName="/ppt/notesSlides/notesSlide59.xml" ContentType="application/vnd.openxmlformats-officedocument.presentationml.notesSlide+xml"/>
  <ct:Override PartName="/ppt/notesSlides/notesSlide60.xml" ContentType="application/vnd.openxmlformats-officedocument.presentationml.notesSlide+xml"/>
  <ct:Override PartName="/ppt/notesSlides/notesSlide61.xml" ContentType="application/vnd.openxmlformats-officedocument.presentationml.notesSlide+xml"/>
  <ct:Override PartName="/ppt/notesSlides/notesSlide62.xml" ContentType="application/vnd.openxmlformats-officedocument.presentationml.notesSlide+xml"/>
  <ct:Override PartName="/ppt/notesSlides/notesSlide63.xml" ContentType="application/vnd.openxmlformats-officedocument.presentationml.notesSlide+xml"/>
  <ct:Override PartName="/ppt/notesSlides/notesSlide64.xml" ContentType="application/vnd.openxmlformats-officedocument.presentationml.notesSlide+xml"/>
  <ct:Override PartName="/ppt/notesSlides/notesSlide65.xml" ContentType="application/vnd.openxmlformats-officedocument.presentationml.notesSlide+xml"/>
  <ct:Override PartName="/ppt/notesSlides/notesSlide66.xml" ContentType="application/vnd.openxmlformats-officedocument.presentationml.notesSlide+xml"/>
  <ct:Override PartName="/ppt/notesSlides/notesSlide67.xml" ContentType="application/vnd.openxmlformats-officedocument.presentationml.notesSlide+xml"/>
  <ct:Override PartName="/ppt/notesSlides/notesSlide68.xml" ContentType="application/vnd.openxmlformats-officedocument.presentationml.notesSlide+xml"/>
  <ct:Override PartName="/ppt/notesSlides/notesSlide69.xml" ContentType="application/vnd.openxmlformats-officedocument.presentationml.notesSlide+xml"/>
  <ct:Override PartName="/ppt/notesSlides/notesSlide70.xml" ContentType="application/vnd.openxmlformats-officedocument.presentationml.notesSlide+xml"/>
  <ct:Override PartName="/ppt/notesSlides/notesSlide71.xml" ContentType="application/vnd.openxmlformats-officedocument.presentationml.notesSlide+xml"/>
  <ct:Override PartName="/ppt/notesSlides/notesSlide72.xml" ContentType="application/vnd.openxmlformats-officedocument.presentationml.notesSlide+xml"/>
  <ct:Override PartName="/ppt/notesSlides/notesSlide73.xml" ContentType="application/vnd.openxmlformats-officedocument.presentationml.notesSlide+xml"/>
  <ct:Override PartName="/ppt/notesSlides/notesSlide74.xml" ContentType="application/vnd.openxmlformats-officedocument.presentationml.notesSlide+xml"/>
  <ct:Override PartName="/ppt/notesSlides/notesSlide75.xml" ContentType="application/vnd.openxmlformats-officedocument.presentationml.notesSlide+xml"/>
  <ct:Override PartName="/ppt/notesSlides/notesSlide76.xml" ContentType="application/vnd.openxmlformats-officedocument.presentationml.notesSlide+xml"/>
  <ct:Override PartName="/ppt/notesSlides/notesSlide77.xml" ContentType="application/vnd.openxmlformats-officedocument.presentationml.notesSlide+xml"/>
  <ct:Override PartName="/ppt/notesSlides/notesSlide78.xml" ContentType="application/vnd.openxmlformats-officedocument.presentationml.notesSlide+xml"/>
  <ct:Override PartName="/ppt/notesSlides/notesSlide79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80.xml" ContentType="application/vnd.openxmlformats-officedocument.presentationml.notesSlide+xml"/>
  <ct:Override PartName="/ppt/notesSlides/notesSlide81.xml" ContentType="application/vnd.openxmlformats-officedocument.presentationml.notesSlide+xml"/>
  <ct:Override PartName="/ppt/notesSlides/notesSlide82.xml" ContentType="application/vnd.openxmlformats-officedocument.presentationml.notesSlide+xml"/>
  <ct:Override PartName="/ppt/notesSlides/notesSlide83.xml" ContentType="application/vnd.openxmlformats-officedocument.presentationml.notesSlide+xml"/>
  <ct:Override PartName="/ppt/notesSlides/notesSlide84.xml" ContentType="application/vnd.openxmlformats-officedocument.presentationml.notesSlide+xml"/>
  <ct:Override PartName="/ppt/notesSlides/notesSlide85.xml" ContentType="application/vnd.openxmlformats-officedocument.presentationml.notesSlide+xml"/>
  <ct:Override PartName="/ppt/notesSlides/notesSlide86.xml" ContentType="application/vnd.openxmlformats-officedocument.presentationml.notesSlide+xml"/>
  <ct:Override PartName="/ppt/notesSlides/notesSlide87.xml" ContentType="application/vnd.openxmlformats-officedocument.presentationml.notesSlide+xml"/>
  <ct:Override PartName="/ppt/notesSlides/notesSlide88.xml" ContentType="application/vnd.openxmlformats-officedocument.presentationml.notesSlide+xml"/>
  <ct:Override PartName="/ppt/notesSlides/notesSlide89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90.xml" ContentType="application/vnd.openxmlformats-officedocument.presentationml.notesSlide+xml"/>
  <ct:Override PartName="/ppt/notesSlides/notesSlide91.xml" ContentType="application/vnd.openxmlformats-officedocument.presentationml.notesSlide+xml"/>
  <ct:Override PartName="/ppt/notesSlides/notesSlide92.xml" ContentType="application/vnd.openxmlformats-officedocument.presentationml.notesSlide+xml"/>
  <ct:Override PartName="/ppt/notesSlides/notesSlide93.xml" ContentType="application/vnd.openxmlformats-officedocument.presentationml.notesSlide+xml"/>
  <ct:Override PartName="/ppt/notesSlides/notesSlide94.xml" ContentType="application/vnd.openxmlformats-officedocument.presentationml.notesSlide+xml"/>
  <ct:Override PartName="/ppt/notesSlides/notesSlide95.xml" ContentType="application/vnd.openxmlformats-officedocument.presentationml.notesSlide+xml"/>
  <ct:Override PartName="/ppt/notesSlides/notesSlide96.xml" ContentType="application/vnd.openxmlformats-officedocument.presentationml.notesSlide+xml"/>
  <ct:Override PartName="/ppt/notesSlides/notesSlide97.xml" ContentType="application/vnd.openxmlformats-officedocument.presentationml.notesSlide+xml"/>
  <ct:Override PartName="/ppt/notesSlides/notesSlide98.xml" ContentType="application/vnd.openxmlformats-officedocument.presentationml.notesSlide+xml"/>
  <ct:Override PartName="/ppt/notesSlides/notesSlide9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00.xml" ContentType="application/vnd.openxmlformats-officedocument.presentationml.slide+xml"/>
  <ct:Override PartName="/ppt/slides/slide101.xml" ContentType="application/vnd.openxmlformats-officedocument.presentationml.slide+xml"/>
  <ct:Override PartName="/ppt/slides/slide102.xml" ContentType="application/vnd.openxmlformats-officedocument.presentationml.slide+xml"/>
  <ct:Override PartName="/ppt/slides/slide103.xml" ContentType="application/vnd.openxmlformats-officedocument.presentationml.slide+xml"/>
  <ct:Override PartName="/ppt/slides/slide104.xml" ContentType="application/vnd.openxmlformats-officedocument.presentationml.slide+xml"/>
  <ct:Override PartName="/ppt/slides/slide105.xml" ContentType="application/vnd.openxmlformats-officedocument.presentationml.slide+xml"/>
  <ct:Override PartName="/ppt/slides/slide106.xml" ContentType="application/vnd.openxmlformats-officedocument.presentationml.slide+xml"/>
  <ct:Override PartName="/ppt/slides/slide107.xml" ContentType="application/vnd.openxmlformats-officedocument.presentationml.slide+xml"/>
  <ct:Override PartName="/ppt/slides/slide108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37.xml" ContentType="application/vnd.openxmlformats-officedocument.presentationml.slide+xml"/>
  <ct:Override PartName="/ppt/slides/slide38.xml" ContentType="application/vnd.openxmlformats-officedocument.presentationml.slide+xml"/>
  <ct:Override PartName="/ppt/slides/slide39.xml" ContentType="application/vnd.openxmlformats-officedocument.presentationml.slide+xml"/>
  <ct:Override PartName="/ppt/slides/slide4.xml" ContentType="application/vnd.openxmlformats-officedocument.presentationml.slide+xml"/>
  <ct:Override PartName="/ppt/slides/slide40.xml" ContentType="application/vnd.openxmlformats-officedocument.presentationml.slide+xml"/>
  <ct:Override PartName="/ppt/slides/slide41.xml" ContentType="application/vnd.openxmlformats-officedocument.presentationml.slide+xml"/>
  <ct:Override PartName="/ppt/slides/slide42.xml" ContentType="application/vnd.openxmlformats-officedocument.presentationml.slide+xml"/>
  <ct:Override PartName="/ppt/slides/slide43.xml" ContentType="application/vnd.openxmlformats-officedocument.presentationml.slide+xml"/>
  <ct:Override PartName="/ppt/slides/slide44.xml" ContentType="application/vnd.openxmlformats-officedocument.presentationml.slide+xml"/>
  <ct:Override PartName="/ppt/slides/slide45.xml" ContentType="application/vnd.openxmlformats-officedocument.presentationml.slide+xml"/>
  <ct:Override PartName="/ppt/slides/slide46.xml" ContentType="application/vnd.openxmlformats-officedocument.presentationml.slide+xml"/>
  <ct:Override PartName="/ppt/slides/slide47.xml" ContentType="application/vnd.openxmlformats-officedocument.presentationml.slide+xml"/>
  <ct:Override PartName="/ppt/slides/slide48.xml" ContentType="application/vnd.openxmlformats-officedocument.presentationml.slide+xml"/>
  <ct:Override PartName="/ppt/slides/slide49.xml" ContentType="application/vnd.openxmlformats-officedocument.presentationml.slide+xml"/>
  <ct:Override PartName="/ppt/slides/slide5.xml" ContentType="application/vnd.openxmlformats-officedocument.presentationml.slide+xml"/>
  <ct:Override PartName="/ppt/slides/slide50.xml" ContentType="application/vnd.openxmlformats-officedocument.presentationml.slide+xml"/>
  <ct:Override PartName="/ppt/slides/slide51.xml" ContentType="application/vnd.openxmlformats-officedocument.presentationml.slide+xml"/>
  <ct:Override PartName="/ppt/slides/slide52.xml" ContentType="application/vnd.openxmlformats-officedocument.presentationml.slide+xml"/>
  <ct:Override PartName="/ppt/slides/slide53.xml" ContentType="application/vnd.openxmlformats-officedocument.presentationml.slide+xml"/>
  <ct:Override PartName="/ppt/slides/slide54.xml" ContentType="application/vnd.openxmlformats-officedocument.presentationml.slide+xml"/>
  <ct:Override PartName="/ppt/slides/slide55.xml" ContentType="application/vnd.openxmlformats-officedocument.presentationml.slide+xml"/>
  <ct:Override PartName="/ppt/slides/slide56.xml" ContentType="application/vnd.openxmlformats-officedocument.presentationml.slide+xml"/>
  <ct:Override PartName="/ppt/slides/slide57.xml" ContentType="application/vnd.openxmlformats-officedocument.presentationml.slide+xml"/>
  <ct:Override PartName="/ppt/slides/slide58.xml" ContentType="application/vnd.openxmlformats-officedocument.presentationml.slide+xml"/>
  <ct:Override PartName="/ppt/slides/slide59.xml" ContentType="application/vnd.openxmlformats-officedocument.presentationml.slide+xml"/>
  <ct:Override PartName="/ppt/slides/slide6.xml" ContentType="application/vnd.openxmlformats-officedocument.presentationml.slide+xml"/>
  <ct:Override PartName="/ppt/slides/slide60.xml" ContentType="application/vnd.openxmlformats-officedocument.presentationml.slide+xml"/>
  <ct:Override PartName="/ppt/slides/slide61.xml" ContentType="application/vnd.openxmlformats-officedocument.presentationml.slide+xml"/>
  <ct:Override PartName="/ppt/slides/slide62.xml" ContentType="application/vnd.openxmlformats-officedocument.presentationml.slide+xml"/>
  <ct:Override PartName="/ppt/slides/slide63.xml" ContentType="application/vnd.openxmlformats-officedocument.presentationml.slide+xml"/>
  <ct:Override PartName="/ppt/slides/slide64.xml" ContentType="application/vnd.openxmlformats-officedocument.presentationml.slide+xml"/>
  <ct:Override PartName="/ppt/slides/slide65.xml" ContentType="application/vnd.openxmlformats-officedocument.presentationml.slide+xml"/>
  <ct:Override PartName="/ppt/slides/slide66.xml" ContentType="application/vnd.openxmlformats-officedocument.presentationml.slide+xml"/>
  <ct:Override PartName="/ppt/slides/slide67.xml" ContentType="application/vnd.openxmlformats-officedocument.presentationml.slide+xml"/>
  <ct:Override PartName="/ppt/slides/slide68.xml" ContentType="application/vnd.openxmlformats-officedocument.presentationml.slide+xml"/>
  <ct:Override PartName="/ppt/slides/slide69.xml" ContentType="application/vnd.openxmlformats-officedocument.presentationml.slide+xml"/>
  <ct:Override PartName="/ppt/slides/slide7.xml" ContentType="application/vnd.openxmlformats-officedocument.presentationml.slide+xml"/>
  <ct:Override PartName="/ppt/slides/slide70.xml" ContentType="application/vnd.openxmlformats-officedocument.presentationml.slide+xml"/>
  <ct:Override PartName="/ppt/slides/slide71.xml" ContentType="application/vnd.openxmlformats-officedocument.presentationml.slide+xml"/>
  <ct:Override PartName="/ppt/slides/slide72.xml" ContentType="application/vnd.openxmlformats-officedocument.presentationml.slide+xml"/>
  <ct:Override PartName="/ppt/slides/slide73.xml" ContentType="application/vnd.openxmlformats-officedocument.presentationml.slide+xml"/>
  <ct:Override PartName="/ppt/slides/slide74.xml" ContentType="application/vnd.openxmlformats-officedocument.presentationml.slide+xml"/>
  <ct:Override PartName="/ppt/slides/slide75.xml" ContentType="application/vnd.openxmlformats-officedocument.presentationml.slide+xml"/>
  <ct:Override PartName="/ppt/slides/slide76.xml" ContentType="application/vnd.openxmlformats-officedocument.presentationml.slide+xml"/>
  <ct:Override PartName="/ppt/slides/slide77.xml" ContentType="application/vnd.openxmlformats-officedocument.presentationml.slide+xml"/>
  <ct:Override PartName="/ppt/slides/slide78.xml" ContentType="application/vnd.openxmlformats-officedocument.presentationml.slide+xml"/>
  <ct:Override PartName="/ppt/slides/slide79.xml" ContentType="application/vnd.openxmlformats-officedocument.presentationml.slide+xml"/>
  <ct:Override PartName="/ppt/slides/slide8.xml" ContentType="application/vnd.openxmlformats-officedocument.presentationml.slide+xml"/>
  <ct:Override PartName="/ppt/slides/slide80.xml" ContentType="application/vnd.openxmlformats-officedocument.presentationml.slide+xml"/>
  <ct:Override PartName="/ppt/slides/slide81.xml" ContentType="application/vnd.openxmlformats-officedocument.presentationml.slide+xml"/>
  <ct:Override PartName="/ppt/slides/slide82.xml" ContentType="application/vnd.openxmlformats-officedocument.presentationml.slide+xml"/>
  <ct:Override PartName="/ppt/slides/slide83.xml" ContentType="application/vnd.openxmlformats-officedocument.presentationml.slide+xml"/>
  <ct:Override PartName="/ppt/slides/slide84.xml" ContentType="application/vnd.openxmlformats-officedocument.presentationml.slide+xml"/>
  <ct:Override PartName="/ppt/slides/slide85.xml" ContentType="application/vnd.openxmlformats-officedocument.presentationml.slide+xml"/>
  <ct:Override PartName="/ppt/slides/slide86.xml" ContentType="application/vnd.openxmlformats-officedocument.presentationml.slide+xml"/>
  <ct:Override PartName="/ppt/slides/slide87.xml" ContentType="application/vnd.openxmlformats-officedocument.presentationml.slide+xml"/>
  <ct:Override PartName="/ppt/slides/slide88.xml" ContentType="application/vnd.openxmlformats-officedocument.presentationml.slide+xml"/>
  <ct:Override PartName="/ppt/slides/slide89.xml" ContentType="application/vnd.openxmlformats-officedocument.presentationml.slide+xml"/>
  <ct:Override PartName="/ppt/slides/slide9.xml" ContentType="application/vnd.openxmlformats-officedocument.presentationml.slide+xml"/>
  <ct:Override PartName="/ppt/slides/slide90.xml" ContentType="application/vnd.openxmlformats-officedocument.presentationml.slide+xml"/>
  <ct:Override PartName="/ppt/slides/slide91.xml" ContentType="application/vnd.openxmlformats-officedocument.presentationml.slide+xml"/>
  <ct:Override PartName="/ppt/slides/slide92.xml" ContentType="application/vnd.openxmlformats-officedocument.presentationml.slide+xml"/>
  <ct:Override PartName="/ppt/slides/slide93.xml" ContentType="application/vnd.openxmlformats-officedocument.presentationml.slide+xml"/>
  <ct:Override PartName="/ppt/slides/slide94.xml" ContentType="application/vnd.openxmlformats-officedocument.presentationml.slide+xml"/>
  <ct:Override PartName="/ppt/slides/slide95.xml" ContentType="application/vnd.openxmlformats-officedocument.presentationml.slide+xml"/>
  <ct:Override PartName="/ppt/slides/slide96.xml" ContentType="application/vnd.openxmlformats-officedocument.presentationml.slide+xml"/>
  <ct:Override PartName="/ppt/slides/slide97.xml" ContentType="application/vnd.openxmlformats-officedocument.presentationml.slide+xml"/>
  <ct:Override PartName="/ppt/slides/slide98.xml" ContentType="application/vnd.openxmlformats-officedocument.presentationml.slide+xml"/>
  <ct:Override PartName="/ppt/slides/slide9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40.xml" /><ns0:Relationship Id="rId3" Type="http://schemas.openxmlformats.org/officeDocument/2006/relationships/image" Target="../media/native-equations-fallback.svg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1.xml" /><ns0:Relationship Id="rId3" Type="http://schemas.openxmlformats.org/officeDocument/2006/relationships/image" Target="../media/native-equations-fallback-2.svg" /></ns0: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的範圍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LaTeX source:E_{endpoint}=\sum_{s\in\mathcal{S}}P_s t_s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boundary。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Office Math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E_endpoint。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mc:AlternateContent>
        <mc:Choice Requires="a14">
          <p:sp>
            <p:nvSpPr>
              <p:cNvPr id="10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609600" y="2865664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11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609600" y="4016828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12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6000" y="1714500"/>
                <a:ext cx="7900000" cy="21308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  <a:endParaRPr lang="zh-TW"/>
          </a:p>
        </p:txBody>
      </p:sp>
      <p:sp>
        <p:nvSpPr>
          <p:cNvPr id="3" name="Native equation canvas"/>
          <p:cNvSpPr/>
          <p:nvPr/>
        </p:nvSpPr>
        <p:spPr>
          <a:xfrm>
            <a:off x="841248" y="1417320"/>
            <a:ext cx="10469880" cy="2971800"/>
          </a:xfrm>
          <a:prstGeom prst="rect">
            <a:avLst/>
          </a:prstGeom>
          <a:noFill/>
          <a:ln w="1651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reading ladder"/>
          <p:cNvSpPr txBox="1"/>
          <p:nvPr/>
        </p:nvSpPr>
        <p:spPr>
          <a:xfrm>
            <a:off x="1051560" y="455371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scope → numerator / denominator → units → evidence</a:t>
            </a:r>
          </a:p>
        </p:txBody>
      </p:sp>
      <p:sp>
        <p:nvSpPr>
          <p:cNvPr id="5" name="Equation metadata cue"/>
          <p:cNvSpPr txBox="1"/>
          <p:nvPr/>
        </p:nvSpPr>
        <p:spPr>
          <a:xfrm>
            <a:off x="1097280" y="5010912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LaTeX source：\eta_E=\frac{D_{delivered}}{E_{endpoint}}；delivered bits / J。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mc:AlternateContent>
        <mc:Choice Requires="a14">
          <p:sp>
            <p:nvSpPr>
              <p:cNvPr id="7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609600" y="2865664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8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609600" y="4016828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9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6000" y="1714500"/>
                <a:ext cx="7900000" cy="21308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