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77" r:id="rId2"/>
    <p:sldId id="295" r:id="rId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上行 </a:t>
            </a:r>
            <a:r>
              <a:rPr lang="en-US" altLang="zh-TW" dirty="0"/>
              <a:t>LEO </a:t>
            </a:r>
            <a:r>
              <a:rPr lang="zh-TW" altLang="en-US" dirty="0"/>
              <a:t>衛星 </a:t>
            </a:r>
            <a:r>
              <a:rPr lang="en-US" altLang="zh-TW" dirty="0"/>
              <a:t>BH 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位於受照射波束內的終端將會受到同頻跨波束干擾。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Songsong</a:t>
            </a:r>
            <a:r>
              <a:rPr lang="en-US" altLang="zh-TW" b="1" i="0" u="none" strike="noStrike" baseline="0" dirty="0">
                <a:latin typeface="Times-Roman"/>
              </a:rPr>
              <a:t> Cai</a:t>
            </a:r>
            <a:r>
              <a:rPr lang="zh-TW" altLang="en-US" b="1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et al. “Energy-Efficiency-Based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System,” 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