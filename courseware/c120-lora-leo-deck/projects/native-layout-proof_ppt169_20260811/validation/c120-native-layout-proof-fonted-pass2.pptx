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  <a:lvl2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2pPr>
            <a:lvl3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3pPr>
            <a:lvl4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4pPr>
            <a:lvl5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5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選擇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停留時間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endpoint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service 判讀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課程核心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LoRa endpoint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/ queue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/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LEO 範例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品質會改變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等待會產生後果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基準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先驗證環境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保持 policy 不變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bash course.sh run \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  --lab A --case baseline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一次變更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只改 </a:t>
            </a:r>
            <a:r>
              <a:rPr lang="zh-TW" i="1" sz="2400">
                <a:latin typeface="Times New Roman"/>
                <a:ea typeface="標楷體"/>
                <a:cs typeface="Times New Roman"/>
              </a:rPr>
              <a:t>lab-a-pace-rest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先寫下預測，再執行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bash course.sh run \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  --lab A --case candidate --freeze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2400" i="0">
                <a:latin typeface="Times New Roman"/>
                <a:ea typeface="標楷體"/>
                <a:cs typeface="Times New Roman"/>
              </a:defRPr>
            </a:lvl1pPr>
            <a:lvl2pPr>
              <a:defRPr sz="2400" i="0">
                <a:latin typeface="Times New Roman"/>
                <a:ea typeface="標楷體"/>
                <a:cs typeface="Times New Roman"/>
              </a:defRPr>
            </a:lvl2pPr>
            <a:lvl3pPr>
              <a:defRPr sz="2400" i="0">
                <a:latin typeface="Times New Roman"/>
                <a:ea typeface="標楷體"/>
                <a:cs typeface="Times New Roman"/>
              </a:defRPr>
            </a:lvl3pPr>
            <a:lvl4pPr>
              <a:defRPr sz="2400" i="0">
                <a:latin typeface="Times New Roman"/>
                <a:ea typeface="標楷體"/>
                <a:cs typeface="Times New Roman"/>
              </a:defRPr>
            </a:lvl4pPr>
            <a:lvl5pPr>
              <a:defRPr sz="240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/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240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身份 / lineage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服務 / deadline / freshness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機制 / queue / packet / state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能量 / 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結論 / 支持、反駁、證據不足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