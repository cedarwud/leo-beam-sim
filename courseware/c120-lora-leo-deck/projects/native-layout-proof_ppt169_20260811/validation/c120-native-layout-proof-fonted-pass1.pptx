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匯入 result 之後，不要先找最大或最小的數字。先確認身份與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3.xml" /></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  <a:lvl2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2pPr>
            <a:lvl3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3pPr>
            <a:lvl4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4pPr>
            <a:lvl5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5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選擇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→ radio state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→ 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→ endpoint J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→ service 結果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課程核心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LoRa endpoint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/ queue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/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LEO 範例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品質會改變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等待會產生後果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基準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先驗證環境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保持 policy 不變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一次變更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只改 </a:t>
            </a:r>
            <a:r>
              <a:rPr lang="zh-TW" i="1" sz="2400">
                <a:latin typeface="Times New Roman"/>
                <a:ea typeface="標楷體"/>
                <a:cs typeface="Times New Roman"/>
              </a:rPr>
              <a:t>lab-a-pace-rest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先寫下預測，再執行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bash course.sh run --lab A --case candidate --freeze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一筆 result 要能回答什麼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2400" i="0">
                <a:latin typeface="Times New Roman"/>
                <a:ea typeface="標楷體"/>
                <a:cs typeface="Times New Roman"/>
              </a:defRPr>
            </a:lvl1pPr>
            <a:lvl2pPr>
              <a:defRPr sz="2400" i="0">
                <a:latin typeface="Times New Roman"/>
                <a:ea typeface="標楷體"/>
                <a:cs typeface="Times New Roman"/>
              </a:defRPr>
            </a:lvl2pPr>
            <a:lvl3pPr>
              <a:defRPr sz="2400" i="0">
                <a:latin typeface="Times New Roman"/>
                <a:ea typeface="標楷體"/>
                <a:cs typeface="Times New Roman"/>
              </a:defRPr>
            </a:lvl3pPr>
            <a:lvl4pPr>
              <a:defRPr sz="2400" i="0">
                <a:latin typeface="Times New Roman"/>
                <a:ea typeface="標楷體"/>
                <a:cs typeface="Times New Roman"/>
              </a:defRPr>
            </a:lvl4pPr>
            <a:lvl5pPr>
              <a:defRPr sz="240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scenario、run、policy lineage 是否一致？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必要 service、deadline、freshness 是否守住？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queue、packet/retry、radio-state duration 如何改變？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哪一段 power × time 造成 endpoint J 差異？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結果支持、反駁，還是證據不足？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240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IDENTITY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SERVICE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MECHANISM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INTERPRETATION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