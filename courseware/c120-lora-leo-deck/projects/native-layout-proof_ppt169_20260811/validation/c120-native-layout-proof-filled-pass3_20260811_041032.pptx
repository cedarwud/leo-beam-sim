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LoRaEnergySim × 智慧節能與物聯網應用</a:t>
            </a:r>
            <a:r>
              <a:rPr lang="zh-TW" altLang="en-US" b="0" i="0" u="none" strike="noStrike" baseline="0" dirty="0">
                <a:latin typeface="Times-Roman"/>
              </a:rPr>
              <a:t xml:space="preserve"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節能不是只看功率變小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policy 選擇
↓
radio state 停留時間
↓
power × time
↓
endpoint energy
↓
service 判讀</a:t>
            </a:r>
            <a:endParaRPr 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LEO 只提供會改變的服務窗口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課程核心
LoRa endpoint
policy / queue
radio state / energy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LEO 範例
窗口會開、會關
品質會改變
等待會產生後果</a:t>
            </a:r>
            <a:endParaRPr 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先跑基準，再只改一個 policy block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基準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先驗證環境
bash course.sh verify
保持 policy 不變
bash course.sh run --lab A --case baseline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一次變更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只改 lab-a-pace-rest
先寫下預測，再執行
bash course.sh run --lab A --case candidate --freeze</a:t>
            </a:r>
            <a:endParaRPr 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公式把操作連到證據</a:t>
            </a:r>
            <a:endParaRPr 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一筆 result，先看證據鏈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/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身份 / lineage
服務 / deadline / freshness
機制 / queue / packet / state
能量 / power × time
判讀 / 支持、反駁、待查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