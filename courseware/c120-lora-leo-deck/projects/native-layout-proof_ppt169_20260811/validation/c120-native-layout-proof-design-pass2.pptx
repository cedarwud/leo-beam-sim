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停留時間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endpoint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 判讀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run \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  --lab A --case baseline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bash course.sh run \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  --lab A --case candidate --freeze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120 equation interpretation"/>
          <p:cNvSpPr txBox="1"/>
          <p:nvPr/>
        </p:nvSpPr>
        <p:spPr>
          <a:xfrm>
            <a:off x="960120" y="4846320"/>
            <a:ext cx="10287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第一式：各 radio state 的功率與停留時間累積為 endpoint energy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第二式：送達資料量除以相同能量邊界，才可比較 energy efficiency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身份 / lineage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服務 / deadline / freshness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機制 / queue / packet /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能量 /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結論 / 支持、反駁、證據不足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5" name="Verified server preview import evidence" descr="C-120 server preview browser import evidence; source_sha256=a515857ef52f0a76536aa725967b273bb2e33c2eeafe225e4be7cba7757826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05840"/>
            <a:ext cx="7104888" cy="3995928"/>
          </a:xfrm>
          <a:prstGeom prst="rect">
            <a:avLst/>
          </a:prstGeom>
        </p:spPr>
      </p:pic>
      <p:sp>
        <p:nvSpPr>
          <p:cNvPr id="6" name="Evidence boundary"/>
          <p:cNvSpPr txBox="1"/>
          <p:nvPr/>
        </p:nvSpPr>
        <p:spPr>
          <a:xfrm>
            <a:off x="4773168" y="5138928"/>
            <a:ext cx="7104888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Server preview 已驗證；Windows native 待實機驗證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