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ns0:Relationships xmlns:ns0="http://schemas.openxmlformats.org/package/2006/relationships">
  <ns0:Relationship Id="rId1" Type="http://schemas.openxmlformats.org/officeDocument/2006/relationships/slideLayout" Target="../slideLayouts/slideLayout5.xml" />
<ns0:Relationship Id="rId2" Type="http://schemas.openxmlformats.org/officeDocument/2006/relationships/notesSlide" Target="../notesSlides/notesSlide12.xml" /><ns0:Relationship Id="rId3" Type="http://schemas.openxmlformats.org/officeDocument/2006/relationships/image" Target="../media/native-equations-fallback.svg" /></ns0: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停留時間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endpoint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 判讀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bash course.sh run --lab A --case candidate --freeze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mc:AlternateContent>
        <mc:Choice Requires="a14">
          <p:sp>
            <p:nvSpPr>
              <p:cNvPr id="3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609600" y="2865664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4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609600" y="4016828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5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6000" y="1714500"/>
                <a:ext cx="7900000" cy="21308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2400" i="0">
                <a:latin typeface="Times New Roman"/>
                <a:ea typeface="標楷體"/>
                <a:cs typeface="Times New Roman"/>
              </a:defRPr>
            </a:lvl1pPr>
            <a:lvl2pPr>
              <a:defRPr sz="2400" i="0">
                <a:latin typeface="Times New Roman"/>
                <a:ea typeface="標楷體"/>
                <a:cs typeface="Times New Roman"/>
              </a:defRPr>
            </a:lvl2pPr>
            <a:lvl3pPr>
              <a:defRPr sz="2400" i="0">
                <a:latin typeface="Times New Roman"/>
                <a:ea typeface="標楷體"/>
                <a:cs typeface="Times New Roman"/>
              </a:defRPr>
            </a:lvl3pPr>
            <a:lvl4pPr>
              <a:defRPr sz="2400" i="0">
                <a:latin typeface="Times New Roman"/>
                <a:ea typeface="標楷體"/>
                <a:cs typeface="Times New Roman"/>
              </a:defRPr>
            </a:lvl4pPr>
            <a:lvl5pPr>
              <a:defRPr sz="240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/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身份 / lineage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服務 / deadline / freshness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機制 / queue / packet /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能量 /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判讀 / 支持、反駁、待查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