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saveSubsetFonts="1">
  <p:sldMasterIdLst>
    <p:sldMasterId id="2147483708" r:id="rId1"/>
  </p:sldMasterIdLst>
  <p:notesMasterIdLst>
    <p:notesMasterId r:id="rId4"/>
  </p:notesMasterIdLst>
  <p:sldIdLst>
    <p:sldId id="256" r:id="rId9"/>
    <p:sldId id="257" r:id="rId10"/>
    <p:sldId id="258" r:id="rId11"/>
    <p:sldId id="259" r:id="rId12"/>
    <p:sldId id="260" r:id="rId13"/>
    <p:sldId id="261" r:id="rId14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tableStyles" Target="tableStyles.xml" /><Relationship Id="rId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4" Type="http://schemas.openxmlformats.org/officeDocument/2006/relationships/notesMaster" Target="notesMasters/notesMaster1.xml" />  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.xml" /></Relationships>
</file>

<file path=ppt/notesSlides/_rels/notesSlide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.xml" /></Relationships>
</file>

<file path=ppt/notesSlides/_rels/notesSlide1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.xml" /></Relationships>
</file>

<file path=ppt/notesSlides/_rels/notesSlide1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1.xml" /></Relationships>
</file>

<file path=ppt/notesSlides/_rels/notesSlide1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2.xml" /></Relationships>
</file>

<file path=ppt/notesSlides/_rels/notesSlide1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3.xml" 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這堂課從物聯網終端的能源決策開始。當終端選擇傳送、等待、批次或休眠時，封包服務與能量會一起改變；我們要學的是如何把操作連回可以驗證的因果，而不是背誦一個漂亮數字。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請沿著這條因果鏈由上往下讀。策略先改變終端停在哪個無線狀態，以及停留多久；功率乘上時間才會累積為能量，最後還要回頭檢查必要服務是否守住。只看到功率下降，還不能直接下節能結論。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左側才是課程核心：終端策略、佇列、無線狀態與能量證據。右側的 LEO 只提供一個服務機會會改變的例子，讓現在送或稍後送產生可見差異。同一套思考可以移轉到智慧農場、空調控制、邊緣推論與物流感測。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右側不是另一套任務，而是相對於左側控制線的一次變更。先讓基準留下可辨識的 result，再只修改指定 marked block；執行前先預測佇列、服務、狀態時間與終端能量會往哪個方向改變。若同時改了多個區域，結果就無法回答是哪個機制造成差異。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第一個式子把每個無線狀態的功率乘上停留時間，再累積成終端能量。第二個式子用成功送達的資料量除以同一個能量邊界；若 delivered-data 或 energy boundary 不同，就不能直接拿兩個效率值比較。這兩個式子不是裝飾，而是用來追問哪個操作改變了哪一段功率乘時間。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匯入 result 之後，不要先找最大或最小的數字。先確認身份與 lineage，再檢查必要服務，接著用佇列、封包與狀態時間解釋能量差異。若身份不一致、服務證據缺失或機制沒有產生後果，結論就應保持證據不足。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 xml:space="preserve"> Sie, um die </a:t>
            </a:r>
            <a:r>
              <a:rPr lang="en-US" altLang="zh-TW" dirty="0" err="1"/>
              <a:t>Formate</a:t>
            </a:r>
            <a:r>
              <a:rPr lang="en-US" altLang="zh-TW" dirty="0"/>
              <a:t xml:space="preserve"> des </a:t>
            </a:r>
            <a:r>
              <a:rPr lang="en-US" altLang="zh-TW" dirty="0" err="1"/>
              <a:t>Vorlagentextes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zu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8.xml" /></Relationships>
</file>

<file path=ppt/slides/_rels/slide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9.xml" /></Relationships>
</file>

<file path=ppt/slides/_rels/slide1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3.xml" />
<Relationship Id="rId2" Type="http://schemas.openxmlformats.org/officeDocument/2006/relationships/notesSlide" Target="../notesSlides/notesSlide10.xml" /></Relationships>
</file>

<file path=ppt/slides/_rels/slide1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4.xml" />
<Relationship Id="rId2" Type="http://schemas.openxmlformats.org/officeDocument/2006/relationships/notesSlide" Target="../notesSlides/notesSlide11.xml" /></Relationships>
</file>

<file path=ppt/slides/_rels/slide1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5.xml" />
<Relationship Id="rId2" Type="http://schemas.openxmlformats.org/officeDocument/2006/relationships/notesSlide" Target="../notesSlides/notesSlide12.xml" /></Relationships>
</file>

<file path=ppt/slides/_rels/slide1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<Relationship Id="rId2" Type="http://schemas.openxmlformats.org/officeDocument/2006/relationships/notesSlide" Target="../notesSlides/notesSlide13.xml" /></Relationships>
</file>

<file path=ppt/slides/slide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A1DD83AA-F47A-45B9-B139-7BEF20F950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TW" b="0" i="0" u="none" strike="noStrike" baseline="0" dirty="0">
                <a:latin typeface="Times-Roman"/>
              </a:rPr>
              <a:t>LoRaEnergySim × 智慧節能與物聯網應用</a:t>
            </a:r>
            <a:r>
              <a:rPr lang="zh-TW" altLang="en-US" b="0" i="0" u="none" strike="noStrike" baseline="0" dirty="0">
                <a:latin typeface="Times-Roman"/>
              </a:rPr>
              <a:t xml:space="preserve"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id="{46C66A00-D57B-4EA9-AA9B-8637032128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b="0" i="0" u="none" strike="noStrike" baseline="0" dirty="0">
                <a:latin typeface="Times-Roman"/>
              </a:rPr>
              <a:t xml:space="preserve">從 policy 變更，看見 service 與 endpoint energy 的因果</a:t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</p:txBody>
      </p:sp>
    </p:spTree>
    <p:extLst>
      <p:ext uri="{BB962C8B-B14F-4D97-AF65-F5344CB8AC3E}">
        <p14:creationId val="2393275261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/>
              <a:t>節能不是只看功率變小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r>
              <a:rPr lang="zh-TW"/>
              <a:t>policy 選擇
→ radio state
→ power × time
→ endpoint J
→ service 結果</a:t>
            </a:r>
            <a:endParaRPr lang="zh-TW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/>
              <a:t>LEO 只提供會改變的服務窗口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課程核心
LoRa endpoint
policy / queue
radio state / energy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LEO 範例
窗口會開、會關
品質會改變
等待會產生後果</a:t>
            </a:r>
            <a:endParaRPr lang="zh-TW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/>
              <a:t>先跑基準，再只改一個 policy block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TW"/>
              <a:t>基準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zh-TW"/>
              <a:t>先驗證環境
bash course.sh verify
保持 policy 不變
bash course.sh run --lab A --case baseline</a:t>
            </a:r>
            <a:endParaRPr lang="zh-TW"/>
          </a:p>
        </p:txBody>
      </p:sp>
      <p:sp>
        <p:nvSpPr>
          <p:cNvPr id="5" name="Native content placeholder 3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TW"/>
              <a:t>一次變更</a:t>
            </a:r>
            <a:endParaRPr lang="zh-TW"/>
          </a:p>
        </p:txBody>
      </p:sp>
      <p:sp>
        <p:nvSpPr>
          <p:cNvPr id="6" name="Native content placeholder 4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zh-TW"/>
              <a:t>只改 lab-a-pace-rest
先寫下預測，再執行
bash course.sh run --lab A --case candidate --freeze</a:t>
            </a:r>
            <a:endParaRPr lang="zh-TW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/>
              <a:t>公式把操作連到證據</a:t>
            </a:r>
            <a:endParaRPr lang="zh-TW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/>
              <a:t>一筆 result 要能回答什麼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zh-TW"/>
              <a:t>scenario、run、policy lineage 是否一致？
必要 service、deadline、freshness 是否守住？
queue、packet/retry、radio-state duration 如何改變？
哪一段 power × time 造成 endpoint J 差異？
結果支持、反駁，還是證據不足？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zh-TW"/>
              <a:t>IDENTITY
SERVICE
MECHANISM
ENERGY
INTERPRETATION</a:t>
            </a:r>
            <a:endParaRPr lang="zh-TW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