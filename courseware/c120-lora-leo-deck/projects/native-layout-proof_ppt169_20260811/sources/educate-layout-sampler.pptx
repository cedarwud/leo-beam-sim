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77" r:id="rId2"/>
    <p:sldId id="296" r:id="rId9"/>
    <p:sldId id="297" r:id="rId10"/>
    <p:sldId id="298" r:id="rId11"/>
    <p:sldId id="299" r:id="rId12"/>
    <p:sldId id="300" r:id="rId13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  <Relationship Id="rId9" Type="http://schemas.openxmlformats.org/officeDocument/2006/relationships/slide" Target="slides/slide3.xml"/>
  <Relationship Id="rId10" Type="http://schemas.openxmlformats.org/officeDocument/2006/relationships/slide" Target="slides/slide4.xml"/>
  <Relationship Id="rId11" Type="http://schemas.openxmlformats.org/officeDocument/2006/relationships/slide" Target="slides/slide5.xml"/>
  <Relationship Id="rId12" Type="http://schemas.openxmlformats.org/officeDocument/2006/relationships/slide" Target="slides/slide6.xml"/>
  <Relationship Id="rId13" Type="http://schemas.openxmlformats.org/officeDocument/2006/relationships/slide" Target="slides/slide7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 xml:space="preserve"> Sie, um die </a:t>
            </a:r>
            <a:r>
              <a:rPr lang="en-US" altLang="zh-TW" dirty="0" err="1"/>
              <a:t>Formate</a:t>
            </a:r>
            <a:r>
              <a:rPr lang="en-US" altLang="zh-TW" dirty="0"/>
              <a:t xml:space="preserve"> des </a:t>
            </a:r>
            <a:r>
              <a:rPr lang="en-US" altLang="zh-TW" dirty="0" err="1"/>
              <a:t>Vorlagentextes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zu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3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b="0" i="0" u="none" strike="noStrike" baseline="0" dirty="0">
                <a:latin typeface="Times-Roman"/>
              </a:rPr>
              <a:t>Energy-Efficiency-Based Joint Uplink Resources</a:t>
            </a:r>
            <a:r>
              <a:rPr lang="zh-TW" altLang="en-US" b="0" i="0" u="none" strike="noStrike" baseline="0" dirty="0">
                <a:latin typeface="Times-Roman"/>
              </a:rPr>
              <a:t xml:space="preserve"> </a:t>
            </a:r>
            <a:r>
              <a:rPr lang="en-US" altLang="zh-TW" b="0" i="0" u="none" strike="noStrike" baseline="0" dirty="0">
                <a:latin typeface="Times-Roman"/>
              </a:rPr>
              <a:t>Allocation for LEO Satellite Beam-Hopping System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0" i="0" u="none" strike="noStrike" baseline="0" dirty="0">
                <a:latin typeface="Times-Roman"/>
              </a:rPr>
              <a:t xml:space="preserve">IEEE Internet of Things, </a:t>
            </a:r>
            <a:r>
              <a:rPr lang="en-US" altLang="zh-TW" i="0" u="none" strike="noStrike" baseline="0" dirty="0">
                <a:latin typeface="Times-Roman"/>
              </a:rPr>
              <a:t>2025</a:t>
            </a:r>
            <a:r>
              <a:rPr lang="en-US" altLang="zh-TW" b="0" i="0" u="none" strike="noStrike" baseline="0" dirty="0">
                <a:latin typeface="Times-Roman"/>
              </a:rPr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93275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