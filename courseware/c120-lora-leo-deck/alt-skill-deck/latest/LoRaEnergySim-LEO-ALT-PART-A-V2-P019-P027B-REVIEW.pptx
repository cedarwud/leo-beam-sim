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命令先讀取 Windows Downloads，再把 release 副本寫到 Linux staging；它不修改 Windows 原檔、`student_policy.py` 或任何 marked block。下一步進入 `lora-energy-lab/`，用 `pwd` 讀取目前位置；要檢查的 website／artifact field 是 package root 與來源路徑，路徑不一致時不要進入 setup。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本頁目的只是找到可用的 Python 3.11.x，不建立 venv，也不修改 `/home/u24/lora-energy-lab/student_policy.py`。Linux／WSL 先執行 `command -v python3.11` 與 `python3.11 --version`；若找不到，依 README 執行 `sudo apt update`、`sudo apt install -y curl`、`curl -LsSf https://astral.sh/uv/install.sh | sh`、`export PATH="$HOME/.local/bin:$PATH"`、`uv python install 3.11`、`PYTHON_BIN="$(uv python find 3.11)"`，最後以 `"$PYTHON_BIN" --version` 重查。macOS 先同樣檢查；沒有時可執行 `brew install python@3.11`、`PYTHON_BIN="$(brew --prefix python@3.11)/bin/python3.11"`，或依 README 改走 uv。Windows PowerShell 先執行 `py -3.11 --version`，再以 `$python311 = (py -3.11 -c "import sys; print(sys.executable)").Trim()` 取得路徑；若找不到，執行 `winget install --id=astral-sh.uv -e`、`uv python install 3.11`、`$python311 = (uv python find 3.11).Trim()`、`&amp; $python311 --version`。Command Prompt 只以 `py -3.11 --version` 檢查；缺少時回到 PowerShell 安裝，不在 CMD 混用 PowerShell 語法。預期輸出一律是 `Python 3.11.x`；若沒有，停止於本頁，不建立 `.venv`。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本頁只做一件事：確認 Python 3.11 內建的 `venv` module 可用，並在 package root 建立 `.venv`；不啟用、不安裝 requirements、不修改 policy。Linux／WSL 與 macOS 執行 `"$PYTHON_BIN" -m venv --help`，再執行 `"$PYTHON_BIN" -m venv .venv`；PowerShell 執行 `&amp; $python311 -m venv --help` 與 `&amp; $python311 -m venv .venv`；Command Prompt 執行 `py -3.11 -m venv --help` 與 `py -3.11 -m venv .venv`。成功判斷是 package root 出現 `.venv` 目錄；若回報缺少 `venv` 或 `ensurepip`，停止、不使用 `pip install venv`，刪除未完成的 package-local `.venv` 後回到上一頁改用 uv-managed Python 再建立。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本頁只啟用剛建立的 `.venv` 並確認 interpreter；不安裝 requirements、不執行 verify、不修改 policy。Linux／WSL 與 macOS 使用 `source .venv/bin/activate`；PowerShell 使用 `.\.venv\Scripts\Activate.ps1`；Command Prompt 使用 `call .venv\Scripts\activate.bat`。各 shell 接著執行 `python --version` 與 `python -c 'import sys; assert sys.prefix != sys.base_prefix; print(sys.executable)'`（Windows 使用雙引號版本）。成功輸出為 Python 3.11.x，且 executable path 在 `.venv` 內、`sys.prefix` 不等於 base prefix。若 PowerShell 的 `Activate.ps1` 被 execution policy 擋住，不放寬全系統 policy；停止並改在同一 package 的 Command Prompt 執行 `call .venv\Scripts\activate.bat`。版本或路徑不正確時不要進入 pip install。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本頁只在已啟用的 `.venv` 內安裝 package 的 exact locked file `requirements-lock.txt`，不是自行猜測的 `requirements.txt`；不修改 `/home/u24/lora-energy-lab/student_policy.py`、marked blocks、runner 或 scenario。Linux／WSL 執行 `python -m pip install --disable-pip-version-check --require-hashes --no-deps -r requirements-lock.txt`，接著 `bash course.sh verify`；macOS 使用相同兩個命令。PowerShell 執行相同 pip 參數但使用 `-r .\requirements-lock.txt`，接著 ` .\course.cmd verify`；Command Prompt 使用 `-r requirements-lock.txt`，接著 `course.cmd verify`。預期產生 `artifacts/verify-receipt.json`，其中 `status` 是 `READY`、Python 是 3.11.x，並保留 scenario identity、policy API 與 claim boundary。requirements install 或 verify 任何一步失敗就停，不進入 lab；此收據不是案例的 `result.json`，案例結果要等後續 run。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 或 verify 受阻時，只修復 Python minor、package root、lock 或 policy boundary；不能把回復資料說成本機執行。下一步依 `artifact_source` 判斷是否可進 run；讀取同一 lab／case 的 `result.json` 與 `endpoint-replay.json` pair，再按 service → packet → state → endpoint J → efficiency 判讀。本頁不改 student_policy.py 或任何 marked block。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實際 `/home/u24/lora-energy-lab/student_policy.py` 現在包含中文註解；本頁只鏡像說明，不能把投影片文字貼回程式。UTF-8/LF bytes 參與 policy identity，outside-block 的註解、函式、runner、scenario、schemas 與輸出契約都不改；可編輯面只有 `lab-a-pace-rest`、`lab-b-enter-exit-hold`、`lab-c-batch-urgent`。下一步只改當前 block 的一個 value，再看成對 result／replay 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`observation` 是 runner 每個固定 step 提供的唯讀快照，實際使用窗口、急件、期限、距上次傳送步數、傳送模式、品質、穩定步數與佇列數。此頁是中文說明，不可貼回 `/home/u24/lora-energy-lab/student_policy.py`；沒有 file／block／value 變更。下一步由 `choose_action(observation)` 回傳合法 action，再從 result／replay 讀 state／event、packet／delivery、service 與 endpoint J。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這一頁是 `choose_action()` 的 read-only 中文註解鏡像，不可貼回程式。實際順序是窗口關閉回傳 `SLEEP`；urgent deadline 回傳 `SEND_URGENT`；pacing gap 回傳 `REST_DURING_GAP`；品質 hold 未滿足回傳 `WAIT`；quality ready 且 queue 足量回傳 `FLUSH_BATCH`，否則 `SEND_ONE`；所有條件都不要求傳送時回傳 `WAIT`。沒有 file／block／value 變更；下一步 run 後按 service → packet／delivery → state／event → endpoint J → efficiency 判讀。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A 的 exact file 是 `/home/u24/lora-energy-lab/student_policy.py`，exact block 是 `lab-a-pace-rest`；mirror 顯示 Before `SLEEP`、After `WAIT`，只改一個 value。`PACE_GAP_STEPS = 2`、Lab B/C、runner、scenario、schemas、中文註解與函式都不變。機制是 action 改變 sleep／awake-idle／wake 分布。下一步 baseline → candidate with freeze → hidden frozen policy；每次保留 `result.json` + `endpoint-replay.json`，網站先看 service，再看 packet／state／endpoint J／efficiency。較低 J 但 service fail 仍是 trade-off。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C 的 exact file 是 `/home/u24/lora-energy-lab/student_policy.py`，exact block 是 `lab-c-batch-urgent`；Before 20、candidate 5、revision 30，只有這個 value 變更。`BATCH_SIZE = 3`、frozen A/B、runner、scenario、schemas、中文註解與函式均不變。機制是 threshold 改變 `SEND_URGENT` 提前量。下一步 baseline → candidate → revision with freeze → withheld surprise；保存 result／replay pair，先看 service，再看 deadline／delivery／state／endpoint J／efficiency。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B 的 exact file 是 `/home/u24/lora-energy-lab/student_policy.py`，exact block 是 `lab-b-enter-exit-hold`；Before `STABLE_STEPS = 2`，After 只改 1。`ENTER_QUALITY = 2`、`EXIT_QUALITY = 1`、frozen A/C、runner、scenario、schemas、中文註解與函式均不變。機制是 stable observations 改變 quality_ready，因而改變 send-ready transition timing。下一步 Trace A baseline → candidate with freeze → withheld Trace B；保留 result／replay pair，先看 service，再看 packet／state／endpoint J／efficiency。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`WAIT` 會留下 awake-idle，`SLEEP` 會留下 sleep 並在恢復時產生 wake；send action 沿 process、TX、RX 形成 attempt／retry／delivery／expiry。下一步依 service → packet → state → endpoint J → efficiency 讀取。`endpoint_energy_j` 只屬 endpoint layer，與 LEO／system／canonical energy 分開；較低 J 且 service fail 只能說明 trade-off。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 `/home/u24/lora-energy-lab/student_policy.py` 的中文註解已說明每個 branch。這一頁只顯示小段可讀鏡像：窗口關閉時由 `if ...` 進入 `return SLEEP`；縮排決定 statement 屬於哪個條件。`.venv/bin/python -m py_compile student_policy.py` 只檢查語法，不改檔；若錯，只修目前 active marked block，中文註解、函式、runner、scenario 與 schemas 不動。下一步才執行 P027b baseline，讀成對 result／replay。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POSIX exact command 是 `bash course.sh run --lab A --case baseline`；Windows 是 `course.cmd run --lab A --case baseline`。它讀 packaged `student_policy.py` 與 fixed scenario，只在 run directory 寫 `result.json`、`endpoint-replay.json`，不修改 policy source、marked blocks、runner、scenario 或 schemas。下一步確認 `status: OK`、run identity、`result_path`，網站先看 service，再看 packet／state／endpoint J／efficiency；Lab A／B／C 後續依各自 baseline → candidate → freeze → withheld 順序比較。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把下載資料搬進 Linux 課程資料夾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把下載資料搬進 Linux 課程資料夾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這一步只做路徑準備：把 release 帶進 Linux，再確認程式根目錄</a:t>
            </a:r>
          </a:p>
        </p:txBody>
      </p:sp>
      <p:sp>
        <p:nvSpPr>
          <p:cNvPr id="6" name="把下載資料搬進 Linux 課程資料夾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把下載資料搬進 Linux 課程資料夾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這個工作區</a:t>
            </a:r>
          </a:p>
        </p:txBody>
      </p:sp>
      <p:sp>
        <p:nvSpPr>
          <p:cNvPr id="8" name="把下載資料搬進 Linux 課程資料夾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WSL＝Windows 內的 Linux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/mnt/c/.../Downloads</a:t>
            </a:r>
          </a:p>
        </p:txBody>
      </p:sp>
      <p:sp>
        <p:nvSpPr>
          <p:cNvPr id="9" name="把下載資料搬進 Linux 課程資料夾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把下載資料搬進 Linux 課程資料夾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程式不改</a:t>
            </a:r>
          </a:p>
        </p:txBody>
      </p:sp>
      <p:sp>
        <p:nvSpPr>
          <p:cNvPr id="11" name="把下載資料搬進 Linux 課程資料夾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不動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只複製 release 副本</a:t>
            </a:r>
          </a:p>
        </p:txBody>
      </p:sp>
      <p:sp>
        <p:nvSpPr>
          <p:cNvPr id="12" name="把下載資料搬進 Linux 課程資料夾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把下載資料搬進 Linux 課程資料夾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進入根目錄</a:t>
            </a:r>
          </a:p>
        </p:txBody>
      </p:sp>
      <p:sp>
        <p:nvSpPr>
          <p:cNvPr id="14" name="把下載資料搬進 Linux 課程資料夾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下一步集中到 Linux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lora-energy-lab/</a:t>
            </a:r>
          </a:p>
        </p:txBody>
      </p:sp>
      <p:sp>
        <p:nvSpPr>
          <p:cNvPr id="15" name="把下載資料搬進 Linux 課程資料夾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把下載資料搬進 Linux 課程資料夾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核對結果</a:t>
            </a:r>
          </a:p>
        </p:txBody>
      </p:sp>
      <p:sp>
        <p:nvSpPr>
          <p:cNvPr id="17" name="把下載資料搬進 Linux 課程資料夾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執行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pwd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只讀位置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路徑不對就先停止</a:t>
            </a:r>
          </a:p>
        </p:txBody>
      </p:sp>
      <p:sp>
        <p:nvSpPr>
          <p:cNvPr id="18" name="把下載資料搬進 Linux 課程資料夾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先把下載副本放進 Linux，再確認根目錄；路徑錯會讓後續設定讀錯檔</a:t>
            </a:r>
          </a:p>
        </p:txBody>
      </p:sp>
      <p:sp>
        <p:nvSpPr>
          <p:cNvPr id="19" name="Field contract pwd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pwd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（目前目錄命令）｜來源：Linux／macOS 終端機（WSL 也使用 Linux 指令）｜作用：確認目前位置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單位：路徑文字｜判讀：輸出應位於 Linux home 的課程資料夾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先找到或安裝 Python 3.11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先找到或安裝 Python 3.11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這一步只找符合版本的 Python；找不到或版本不符就停止</a:t>
            </a:r>
          </a:p>
        </p:txBody>
      </p:sp>
      <p:sp>
        <p:nvSpPr>
          <p:cNvPr id="6" name="先找到或安裝 Python 3.11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先找到或安裝 Python 3.11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Linux／WSL 先檢查</a:t>
            </a:r>
          </a:p>
        </p:txBody>
      </p:sp>
      <p:sp>
        <p:nvSpPr>
          <p:cNvPr id="8" name="先找到或安裝 Python 3.11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command -v python3.11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python3.11 --version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找不到：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sudo apt install -y curl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再 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</p:txBody>
      </p:sp>
      <p:sp>
        <p:nvSpPr>
          <p:cNvPr id="9" name="先找到或安裝 Python 3.11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先找到或安裝 Python 3.11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macOS 先檢查</a:t>
            </a:r>
          </a:p>
        </p:txBody>
      </p:sp>
      <p:sp>
        <p:nvSpPr>
          <p:cNvPr id="11" name="先找到或安裝 Python 3.11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command -v python3.11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python3.11 --version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沒有時：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brew install python@3.11</a:t>
            </a:r>
          </a:p>
        </p:txBody>
      </p:sp>
      <p:sp>
        <p:nvSpPr>
          <p:cNvPr id="12" name="先找到或安裝 Python 3.11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先找到或安裝 Python 3.11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Windows PowerShell</a:t>
            </a:r>
          </a:p>
        </p:txBody>
      </p:sp>
      <p:sp>
        <p:nvSpPr>
          <p:cNvPr id="14" name="先找到或安裝 Python 3.11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找不到：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winget install --id=astral-sh.uv -e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再 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</p:txBody>
      </p:sp>
      <p:sp>
        <p:nvSpPr>
          <p:cNvPr id="15" name="先找到或安裝 Python 3.11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先找到或安裝 Python 3.11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Windows Command Prompt</a:t>
            </a:r>
          </a:p>
        </p:txBody>
      </p:sp>
      <p:sp>
        <p:nvSpPr>
          <p:cNvPr id="17" name="先找到或安裝 Python 3.11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只讀版本結果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沒有 3.11：回 PowerShell 安裝</a:t>
            </a:r>
          </a:p>
        </p:txBody>
      </p:sp>
      <p:sp>
        <p:nvSpPr>
          <p:cNvPr id="18" name="先找到或安裝 Python 3.11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先檢查 → 缺少就安裝 uv／Python 3.11 → 再檢查；版本不對就停在這一頁</a:t>
            </a:r>
          </a:p>
        </p:txBody>
      </p:sp>
      <p:sp>
        <p:nvSpPr>
          <p:cNvPr id="19" name="Field contract PYTHON_BI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PYTHON_BIN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（Python 3.11 執行器）｜來源：README.zh-TW.md｜作用：選擇符合版本的 interpreter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單位：path｜判讀：結果必須是 Python 3.11.x；不符合就停止，不建 venv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確認 venv 可用並建立 .venv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確認 venv 可用並建立 .venv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這一步先測 venv module，再建立隔離資料夾；失敗就停，不安裝套件</a:t>
            </a:r>
          </a:p>
        </p:txBody>
      </p:sp>
      <p:sp>
        <p:nvSpPr>
          <p:cNvPr id="6" name="確認 venv 可用並建立 .venv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確認 venv 可用並建立 .venv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Linux／WSL</a:t>
            </a:r>
          </a:p>
        </p:txBody>
      </p:sp>
      <p:sp>
        <p:nvSpPr>
          <p:cNvPr id="8" name="確認 venv 可用並建立 .venv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"$PYTHON_BIN" -m venv --help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"$PYTHON_BIN" -m venv .venv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成功：出現 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.venv/</a:t>
            </a:r>
          </a:p>
        </p:txBody>
      </p:sp>
      <p:sp>
        <p:nvSpPr>
          <p:cNvPr id="9" name="確認 venv 可用並建立 .venv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確認 venv 可用並建立 .venv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macOS</a:t>
            </a:r>
          </a:p>
        </p:txBody>
      </p:sp>
      <p:sp>
        <p:nvSpPr>
          <p:cNvPr id="11" name="確認 venv 可用並建立 .venv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"$PYTHON_BIN" -m venv --help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"$PYTHON_BIN" -m venv .venv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成功：出現 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.venv/</a:t>
            </a:r>
          </a:p>
        </p:txBody>
      </p:sp>
      <p:sp>
        <p:nvSpPr>
          <p:cNvPr id="12" name="確認 venv 可用並建立 .venv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確認 venv 可用並建立 .venv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Windows PowerShell</a:t>
            </a:r>
          </a:p>
        </p:txBody>
      </p:sp>
      <p:sp>
        <p:nvSpPr>
          <p:cNvPr id="14" name="確認 venv 可用並建立 .venv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&amp; $python311 -m venv --help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&amp; $python311 -m venv .venv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成功：出現 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.venv\</a:t>
            </a:r>
          </a:p>
        </p:txBody>
      </p:sp>
      <p:sp>
        <p:nvSpPr>
          <p:cNvPr id="15" name="確認 venv 可用並建立 .venv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確認 venv 可用並建立 .venv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Windows Command Prompt</a:t>
            </a:r>
          </a:p>
        </p:txBody>
      </p:sp>
      <p:sp>
        <p:nvSpPr>
          <p:cNvPr id="17" name="確認 venv 可用並建立 .venv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 -3.11 -m venv --help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 -3.11 -m venv .venv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成功：出現 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.venv\</a:t>
            </a:r>
          </a:p>
        </p:txBody>
      </p:sp>
      <p:sp>
        <p:nvSpPr>
          <p:cNvPr id="18" name="確認 venv 可用並建立 .venv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先測 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venv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module → 建立 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；出現 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venv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ensurepip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錯誤就停，不執行 pip install</a:t>
            </a:r>
          </a:p>
        </p:txBody>
      </p:sp>
      <p:sp>
        <p:nvSpPr>
          <p:cNvPr id="19" name="Field contract .venv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（隔離 Python 環境）｜來源：Python 3.11 venv module｜作用：建立 package-local 環境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單位：directory｜判讀：看到 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.venv/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.venv\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才進入啟用；失敗回到 Python 版本頁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啟用 .venv 並確認 Python 路徑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啟用 .venv 並確認 Python 路徑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這一步讓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指向隔離環境；版本或路徑不對就停</a:t>
            </a:r>
          </a:p>
        </p:txBody>
      </p:sp>
      <p:sp>
        <p:nvSpPr>
          <p:cNvPr id="6" name="啟用 .venv 並確認 Python 路徑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啟用 .venv 並確認 Python 路徑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Linux／WSL</a:t>
            </a:r>
          </a:p>
        </p:txBody>
      </p:sp>
      <p:sp>
        <p:nvSpPr>
          <p:cNvPr id="8" name="啟用 .venv 並確認 Python 路徑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source .venv/bin/activate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 --version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`python -c 'import sys; assert sys.prefix != sys.base_prefix; print(sys.executable)'</a:t>
            </a:r>
          </a:p>
        </p:txBody>
      </p:sp>
      <p:sp>
        <p:nvSpPr>
          <p:cNvPr id="9" name="啟用 .venv 並確認 Python 路徑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啟用 .venv 並確認 Python 路徑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macOS</a:t>
            </a:r>
          </a:p>
        </p:txBody>
      </p:sp>
      <p:sp>
        <p:nvSpPr>
          <p:cNvPr id="11" name="啟用 .venv 並確認 Python 路徑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source .venv/bin/activate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 --version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`python -c 'import sys; assert sys.prefix != sys.base_prefix; print(sys.executable)'</a:t>
            </a:r>
          </a:p>
        </p:txBody>
      </p:sp>
      <p:sp>
        <p:nvSpPr>
          <p:cNvPr id="12" name="啟用 .venv 並確認 Python 路徑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啟用 .venv 並確認 Python 路徑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Windows PowerShell</a:t>
            </a:r>
          </a:p>
        </p:txBody>
      </p:sp>
      <p:sp>
        <p:nvSpPr>
          <p:cNvPr id="14" name="啟用 .venv 並確認 Python 路徑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.\.venv\Scripts\Activate.ps1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 --version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 -c "import sys; assert sys.prefix != sys.base_prefix; print(sys.executable)"</a:t>
            </a:r>
          </a:p>
        </p:txBody>
      </p:sp>
      <p:sp>
        <p:nvSpPr>
          <p:cNvPr id="15" name="啟用 .venv 並確認 Python 路徑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啟用 .venv 並確認 Python 路徑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Windows Command Prompt</a:t>
            </a:r>
          </a:p>
        </p:txBody>
      </p:sp>
      <p:sp>
        <p:nvSpPr>
          <p:cNvPr id="17" name="啟用 .venv 並確認 Python 路徑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call .venv\Scripts\activate.bat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 --version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 -c "import sys; assert sys.prefix != sys.base_prefix; print(sys.executable)"</a:t>
            </a:r>
          </a:p>
        </p:txBody>
      </p:sp>
      <p:sp>
        <p:nvSpPr>
          <p:cNvPr id="18" name="啟用 .venv 並確認 Python 路徑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啟用 → 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指向 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→ 版本與 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sys.prefix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通過；不通過就停在啟用頁</a:t>
            </a:r>
          </a:p>
        </p:txBody>
      </p:sp>
      <p:sp>
        <p:nvSpPr>
          <p:cNvPr id="19" name="Field contract sys.prefix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sys.prefix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（隔離環境判斷）｜來源：Python runtime｜作用：確認目前 shell 已啟用 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.venv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單位：path｜判讀：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sys.prefix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不等於 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sys.base_prefix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，且執行檔位於 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；否則不安裝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在 venv 安裝鎖定套件並驗證 READY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在 venv 安裝鎖定套件並驗證 READY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四種 shell 都先安裝鎖定檔再驗證；看到 READY 才進案例，失敗就停</a:t>
            </a:r>
          </a:p>
        </p:txBody>
      </p:sp>
      <p:sp>
        <p:nvSpPr>
          <p:cNvPr id="6" name="在 venv 安裝鎖定套件並驗證 READY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在 venv 安裝鎖定套件並驗證 READY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Linux／WSL</a:t>
            </a:r>
          </a:p>
        </p:txBody>
      </p:sp>
      <p:sp>
        <p:nvSpPr>
          <p:cNvPr id="8" name="在 venv 安裝鎖定套件並驗證 READY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 -m pip install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--require-hashes --no-deps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-r requirements-lock.txt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9" name="在 venv 安裝鎖定套件並驗證 READY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在 venv 安裝鎖定套件並驗證 READY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macOS</a:t>
            </a:r>
          </a:p>
        </p:txBody>
      </p:sp>
      <p:sp>
        <p:nvSpPr>
          <p:cNvPr id="11" name="在 venv 安裝鎖定套件並驗證 READY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 -m pip install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--require-hashes --no-deps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-r requirements-lock.txt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12" name="在 venv 安裝鎖定套件並驗證 READY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在 venv 安裝鎖定套件並驗證 READY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Windows PowerShell</a:t>
            </a:r>
          </a:p>
        </p:txBody>
      </p:sp>
      <p:sp>
        <p:nvSpPr>
          <p:cNvPr id="14" name="在 venv 安裝鎖定套件並驗證 READY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 -m pip install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--require-hashes --no-deps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-r .\requirements-lock.txt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sp>
        <p:nvSpPr>
          <p:cNvPr id="15" name="在 venv 安裝鎖定套件並驗證 READY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在 venv 安裝鎖定套件並驗證 READY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Windows Command Prompt</a:t>
            </a:r>
          </a:p>
        </p:txBody>
      </p:sp>
      <p:sp>
        <p:nvSpPr>
          <p:cNvPr id="17" name="在 venv 安裝鎖定套件並驗證 READY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 -m pip install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--require-hashes --no-deps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-r requirements-lock.txt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course.cmd verify</a:t>
            </a:r>
          </a:p>
        </p:txBody>
      </p:sp>
      <p:sp>
        <p:nvSpPr>
          <p:cNvPr id="18" name="在 venv 安裝鎖定套件並驗證 READY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locked requirements → verify → 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status: READY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；沒有 READY 就停止，不執行 lab</a:t>
            </a:r>
          </a:p>
        </p:txBody>
      </p:sp>
      <p:sp>
        <p:nvSpPr>
          <p:cNvPr id="19" name="Field contract verify-receipt.js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verify-receipt.json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（驗證收據檔）｜來源：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course.sh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course.cmd verify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｜作用：記錄 Python、scenario 與 policy contract gate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單位：JSON artifact｜判讀：看到 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status: READY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才能進案例；它不是 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卡住時修復或保留來源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卡住時修復或保留來源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這一步處理卡關：修得好就重跑，修不好也不冒充本機執行</a:t>
            </a:r>
          </a:p>
        </p:txBody>
      </p:sp>
      <p:sp>
        <p:nvSpPr>
          <p:cNvPr id="6" name="卡住時修復或保留來源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卡住時修復或保留來源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正常</a:t>
            </a:r>
          </a:p>
        </p:txBody>
      </p:sp>
      <p:sp>
        <p:nvSpPr>
          <p:cNvPr id="8" name="卡住時修復或保留來源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READY 後執行案例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產生新結果</a:t>
            </a:r>
          </a:p>
        </p:txBody>
      </p:sp>
      <p:sp>
        <p:nvSpPr>
          <p:cNvPr id="9" name="卡住時修復或保留來源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卡住時修復或保留來源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② 修復什麼</a:t>
            </a:r>
          </a:p>
        </p:txBody>
      </p:sp>
      <p:sp>
        <p:nvSpPr>
          <p:cNvPr id="11" name="卡住時修復或保留來源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只修 Python、root、lock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不改 policy block</a:t>
            </a:r>
          </a:p>
        </p:txBody>
      </p:sp>
      <p:sp>
        <p:nvSpPr>
          <p:cNvPr id="12" name="卡住時修復或保留來源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卡住時修復或保留來源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③ 回復什麼</a:t>
            </a:r>
          </a:p>
        </p:txBody>
      </p:sp>
      <p:sp>
        <p:nvSpPr>
          <p:cNvPr id="14" name="卡住時修復或保留來源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同情境結果成對保存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</p:txBody>
      </p:sp>
      <p:sp>
        <p:nvSpPr>
          <p:cNvPr id="15" name="卡住時修復或保留來源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卡住時修復或保留來源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④ 看什麼</a:t>
            </a:r>
          </a:p>
        </p:txBody>
      </p:sp>
      <p:sp>
        <p:nvSpPr>
          <p:cNvPr id="17" name="卡住時修復或保留來源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artifact_source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判斷本機或回復</a:t>
            </a:r>
          </a:p>
        </p:txBody>
      </p:sp>
      <p:sp>
        <p:nvSpPr>
          <p:cNvPr id="18" name="卡住時修復或保留來源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修復不改策略；回復不冒充本機執行</a:t>
            </a:r>
          </a:p>
        </p:txBody>
      </p:sp>
      <p:sp>
        <p:nvSpPr>
          <p:cNvPr id="19" name="Field contract artifact_sourc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artifact_source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（資料來源分類）｜來源：結果紀錄｜作用：標示本機執行或回復資料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單位：來源值｜判讀：來源模式保持原值，不改寫成本機執行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只可修改三個標記區塊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只可修改三個標記區塊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這一步畫出可編輯邊界：三個實驗區可改，其他程式只讀</a:t>
            </a:r>
          </a:p>
        </p:txBody>
      </p:sp>
      <p:sp>
        <p:nvSpPr>
          <p:cNvPr id="6" name="只可修改三個標記區塊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只可修改三個標記區塊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唯一檔案</a:t>
            </a:r>
          </a:p>
        </p:txBody>
      </p:sp>
      <p:sp>
        <p:nvSpPr>
          <p:cNvPr id="8" name="只可修改三個標記區塊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只在這裡做實驗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9" name="只可修改三個標記區塊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只可修改三個標記區塊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② 可改區段</a:t>
            </a:r>
          </a:p>
        </p:txBody>
      </p:sp>
      <p:sp>
        <p:nvSpPr>
          <p:cNvPr id="11" name="只可修改三個標記區塊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A／B／C 三個標記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marked block</a:t>
            </a:r>
          </a:p>
        </p:txBody>
      </p:sp>
      <p:sp>
        <p:nvSpPr>
          <p:cNvPr id="12" name="只可修改三個標記區塊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只可修改三個標記區塊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③ 保持不變</a:t>
            </a:r>
          </a:p>
        </p:txBody>
      </p:sp>
      <p:sp>
        <p:nvSpPr>
          <p:cNvPr id="14" name="只可修改三個標記區塊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中文註解、函式、情境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runner、schemas 不動</a:t>
            </a:r>
          </a:p>
        </p:txBody>
      </p:sp>
      <p:sp>
        <p:nvSpPr>
          <p:cNvPr id="15" name="只可修改三個標記區塊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只可修改三個標記區塊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下一步／證據</a:t>
            </a:r>
          </a:p>
        </p:txBody>
      </p:sp>
      <p:sp>
        <p:nvSpPr>
          <p:cNvPr id="17" name="只可修改三個標記區塊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只開目前 lab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結果仍看 result／replay</a:t>
            </a:r>
          </a:p>
        </p:txBody>
      </p:sp>
      <p:sp>
        <p:nvSpPr>
          <p:cNvPr id="18" name="只可修改三個標記區塊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只開目前實驗區；其他檔案與輸出契約保持不變</a:t>
            </a:r>
          </a:p>
        </p:txBody>
      </p:sp>
      <p:sp>
        <p:nvSpPr>
          <p:cNvPr id="19" name="Field contract marked block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marked block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（標記區段）｜來源：檔案標記｜作用：界定一個實驗的可編輯範圍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單位：程式碼區段｜判讀：其他套件邊界維持唯讀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程式每次判斷會看什麼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程式每次判斷會看什麼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這一步先說清楚輸入：每個 step 只看目前／過去資料</a:t>
            </a:r>
          </a:p>
        </p:txBody>
      </p:sp>
      <p:sp>
        <p:nvSpPr>
          <p:cNvPr id="6" name="程式每次判斷會看什麼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程式每次判斷會看什麼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讀目前資料</a:t>
            </a:r>
          </a:p>
        </p:txBody>
      </p:sp>
      <p:sp>
        <p:nvSpPr>
          <p:cNvPr id="8" name="程式每次判斷會看什麼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窗口、急件、間隔、品質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都是當下 snapshot</a:t>
            </a:r>
          </a:p>
        </p:txBody>
      </p:sp>
      <p:sp>
        <p:nvSpPr>
          <p:cNvPr id="9" name="程式每次判斷會看什麼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程式每次判斷會看什麼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② 不讀未來</a:t>
            </a:r>
          </a:p>
        </p:txBody>
      </p:sp>
      <p:sp>
        <p:nvSpPr>
          <p:cNvPr id="11" name="程式每次判斷會看什麼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不看結果摘要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不回看 energy</a:t>
            </a:r>
          </a:p>
        </p:txBody>
      </p:sp>
      <p:sp>
        <p:nvSpPr>
          <p:cNvPr id="12" name="程式每次判斷會看什麼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程式每次判斷會看什麼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交給函式</a:t>
            </a:r>
          </a:p>
        </p:txBody>
      </p:sp>
      <p:sp>
        <p:nvSpPr>
          <p:cNvPr id="14" name="程式每次判斷會看什麼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把目前資料交給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choose_action()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再回一個合法動作</a:t>
            </a:r>
          </a:p>
        </p:txBody>
      </p:sp>
      <p:sp>
        <p:nvSpPr>
          <p:cNvPr id="15" name="程式每次判斷會看什麼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程式每次判斷會看什麼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④ 下一步／證據</a:t>
            </a:r>
          </a:p>
        </p:txBody>
      </p:sp>
      <p:sp>
        <p:nvSpPr>
          <p:cNvPr id="17" name="程式每次判斷會看什麼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回一個合法動作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runner 再記 event／result</a:t>
            </a:r>
          </a:p>
        </p:txBody>
      </p:sp>
      <p:sp>
        <p:nvSpPr>
          <p:cNvPr id="18" name="程式每次判斷會看什麼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當下觀察 → 合法動作；這一頁沒有程式值變更</a:t>
            </a:r>
          </a:p>
        </p:txBody>
      </p:sp>
      <p:sp>
        <p:nvSpPr>
          <p:cNvPr id="19" name="Field contract choose_acti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choose_action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（策略函式）｜來源：student_policy.py｜作用：依當下觀察回傳一個合法動作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單位：函式契約｜判讀：只讀目前／過去欄位，不讀未來結果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判斷順序如何產生動作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判斷順序如何產生動作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這一步把合法動作順序翻成白話；鏡像可讀，不能貼回程式</a:t>
            </a:r>
          </a:p>
        </p:txBody>
      </p:sp>
      <p:sp>
        <p:nvSpPr>
          <p:cNvPr id="6" name="判斷順序如何產生動作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判斷順序如何產生動作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窗口關閉</a:t>
            </a:r>
          </a:p>
        </p:txBody>
      </p:sp>
      <p:sp>
        <p:nvSpPr>
          <p:cNvPr id="8" name="判斷順序如何產生動作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不能送出，先休息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9" name="判斷順序如何產生動作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判斷順序如何產生動作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② 期限逼近</a:t>
            </a:r>
          </a:p>
        </p:txBody>
      </p:sp>
      <p:sp>
        <p:nvSpPr>
          <p:cNvPr id="11" name="判斷順序如何產生動作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急件先送出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12" name="判斷順序如何產生動作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判斷順序如何產生動作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節奏／品質</a:t>
            </a:r>
          </a:p>
        </p:txBody>
      </p:sp>
      <p:sp>
        <p:nvSpPr>
          <p:cNvPr id="14" name="判斷順序如何產生動作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間隔未到休息；品質未穩等待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5" name="判斷順序如何產生動作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判斷順序如何產生動作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④ 佇列／保底</a:t>
            </a:r>
          </a:p>
        </p:txBody>
      </p:sp>
      <p:sp>
        <p:nvSpPr>
          <p:cNvPr id="17" name="判斷順序如何產生動作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夠量批次，否則單筆；無事等待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FLUSH_BATCH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SEND_ONE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8" name="判斷順序如何產生動作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先看窗口，再看期限、間隔、品質與佇列；順序會改變動作</a:t>
            </a:r>
          </a:p>
        </p:txBody>
      </p:sp>
      <p:sp>
        <p:nvSpPr>
          <p:cNvPr id="19" name="Field contract acti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（合法動作）｜來源：policy API｜作用：把條件轉成 runner 可執行的動作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單位：enum｜判讀：下一步從 state／packet／service／endpoint J 讀後果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A：空檔休息與等待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Lab A：空檔休息與等待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A 的目的：比較空檔休息與清醒等待，找服務／能量取捨</a:t>
            </a:r>
          </a:p>
        </p:txBody>
      </p:sp>
      <p:sp>
        <p:nvSpPr>
          <p:cNvPr id="6" name="Lab A：空檔休息與等待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b A：空檔休息與等待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檔案／區段</a:t>
            </a:r>
          </a:p>
        </p:txBody>
      </p:sp>
      <p:sp>
        <p:nvSpPr>
          <p:cNvPr id="8" name="Lab A：空檔休息與等待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lab-a-pace-rest</a:t>
            </a:r>
          </a:p>
        </p:txBody>
      </p:sp>
      <p:sp>
        <p:nvSpPr>
          <p:cNvPr id="9" name="Lab A：空檔休息與等待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b A：空檔休息與等待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② Before（唯一變更）</a:t>
            </a:r>
          </a:p>
        </p:txBody>
      </p:sp>
      <p:sp>
        <p:nvSpPr>
          <p:cNvPr id="11" name="Lab A：空檔休息與等待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空檔休息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12" name="Lab A：空檔休息與等待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 A：空檔休息與等待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③ After（唯一變更）</a:t>
            </a:r>
          </a:p>
        </p:txBody>
      </p:sp>
      <p:sp>
        <p:nvSpPr>
          <p:cNvPr id="14" name="Lab A：空檔休息與等待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清醒等待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5" name="Lab A：空檔休息與等待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ab A：空檔休息與等待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固定／觀察</a:t>
            </a:r>
          </a:p>
        </p:txBody>
      </p:sp>
      <p:sp>
        <p:nvSpPr>
          <p:cNvPr id="17" name="Lab A：空檔休息與等待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gap=2；A/B/C、runner 不動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看 service／state／J</a:t>
            </a:r>
          </a:p>
        </p:txBody>
      </p:sp>
      <p:sp>
        <p:nvSpPr>
          <p:cNvPr id="18" name="Lab A：空檔休息與等待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只改空檔動作 → 改變休息／清醒／喚醒 → 影響服務與端點焦耳</a:t>
            </a:r>
          </a:p>
        </p:txBody>
      </p:sp>
      <p:sp>
        <p:nvSpPr>
          <p:cNvPr id="19" name="Field contract REST_DURING_GAP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（空檔動作）｜來源：Lab A marked block｜作用：控制送出間隔中的狀態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單位：action｜判讀：比較 SLEEP 與 WAIT 對狀態、服務、端點 J 的影響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C：批次與期限餘裕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Lab C：批次與期限餘裕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C 的目的：比較批次門檻與期限餘裕，找傳送時機代價</a:t>
            </a:r>
          </a:p>
        </p:txBody>
      </p:sp>
      <p:sp>
        <p:nvSpPr>
          <p:cNvPr id="6" name="Lab C：批次與期限餘裕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b C：批次與期限餘裕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檔案／區段</a:t>
            </a:r>
          </a:p>
        </p:txBody>
      </p:sp>
      <p:sp>
        <p:nvSpPr>
          <p:cNvPr id="8" name="Lab C：批次與期限餘裕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lab-c-batch-urgent</a:t>
            </a:r>
          </a:p>
        </p:txBody>
      </p:sp>
      <p:sp>
        <p:nvSpPr>
          <p:cNvPr id="9" name="Lab C：批次與期限餘裕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b C：批次與期限餘裕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② Before（唯一變更）</a:t>
            </a:r>
          </a:p>
        </p:txBody>
      </p:sp>
      <p:sp>
        <p:nvSpPr>
          <p:cNvPr id="11" name="Lab C：批次與期限餘裕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期限餘裕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20 秒</a:t>
            </a:r>
          </a:p>
        </p:txBody>
      </p:sp>
      <p:sp>
        <p:nvSpPr>
          <p:cNvPr id="12" name="Lab C：批次與期限餘裕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 C：批次與期限餘裕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③ Candidate／Revision</a:t>
            </a:r>
          </a:p>
        </p:txBody>
      </p:sp>
      <p:sp>
        <p:nvSpPr>
          <p:cNvPr id="14" name="Lab C：批次與期限餘裕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候選 </a:t>
            </a: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5 秒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修訂 </a:t>
            </a: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30 秒</a:t>
            </a:r>
          </a:p>
        </p:txBody>
      </p:sp>
      <p:sp>
        <p:nvSpPr>
          <p:cNvPr id="15" name="Lab C：批次與期限餘裕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ab C：批次與期限餘裕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固定／觀察</a:t>
            </a:r>
          </a:p>
        </p:txBody>
      </p:sp>
      <p:sp>
        <p:nvSpPr>
          <p:cNvPr id="17" name="Lab C：批次與期限餘裕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BATCH_SIZE=3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；A/B、runner 不動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看 service／deadline／delivery／J</a:t>
            </a:r>
          </a:p>
        </p:txBody>
      </p:sp>
      <p:sp>
        <p:nvSpPr>
          <p:cNvPr id="18" name="Lab C：批次與期限餘裕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只改期限餘裕 → 改變緊急分支提早量 → 影響期限與送達</a:t>
            </a:r>
          </a:p>
        </p:txBody>
      </p:sp>
      <p:sp>
        <p:nvSpPr>
          <p:cNvPr id="19" name="Field contract URGENT_MARGIN_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（緊急餘裕秒數）｜來源：Lab C marked block｜作用：提供期限分支的比較值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單位：秒｜判讀：觀察緊急動作、送達、期限與端點 J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B：穩定觀察如何影響動作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Lab B：穩定觀察如何影響動作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這一步用 Lab B 示範品質條件：穩定次數會改變 action 何時出現</a:t>
            </a:r>
          </a:p>
        </p:txBody>
      </p:sp>
      <p:sp>
        <p:nvSpPr>
          <p:cNvPr id="6" name="Lab B：穩定觀察如何影響動作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b B：穩定觀察如何影響動作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檔案／區段</a:t>
            </a:r>
          </a:p>
        </p:txBody>
      </p:sp>
      <p:sp>
        <p:nvSpPr>
          <p:cNvPr id="8" name="Lab B：穩定觀察如何影響動作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lab-b-enter-exit-hold</a:t>
            </a:r>
          </a:p>
        </p:txBody>
      </p:sp>
      <p:sp>
        <p:nvSpPr>
          <p:cNvPr id="9" name="Lab B：穩定觀察如何影響動作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b B：穩定觀察如何影響動作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② Before（唯一變更）</a:t>
            </a:r>
          </a:p>
        </p:txBody>
      </p:sp>
      <p:sp>
        <p:nvSpPr>
          <p:cNvPr id="11" name="Lab B：穩定觀察如何影響動作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穩定 </a:t>
            </a:r>
            <a:r>
              <a:rPr sz="22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2 步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才保持</a:t>
            </a:r>
          </a:p>
        </p:txBody>
      </p:sp>
      <p:sp>
        <p:nvSpPr>
          <p:cNvPr id="12" name="Lab B：穩定觀察如何影響動作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 B：穩定觀察如何影響動作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③ After（唯一變更）</a:t>
            </a:r>
          </a:p>
        </p:txBody>
      </p:sp>
      <p:sp>
        <p:nvSpPr>
          <p:cNvPr id="14" name="Lab B：穩定觀察如何影響動作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穩定 </a:t>
            </a:r>
            <a:r>
              <a:rPr sz="22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1 步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即可</a:t>
            </a:r>
          </a:p>
        </p:txBody>
      </p:sp>
      <p:sp>
        <p:nvSpPr>
          <p:cNvPr id="15" name="Lab B：穩定觀察如何影響動作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ab B：穩定觀察如何影響動作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固定／觀察</a:t>
            </a:r>
          </a:p>
        </p:txBody>
      </p:sp>
      <p:sp>
        <p:nvSpPr>
          <p:cNvPr id="17" name="Lab B：穩定觀察如何影響動作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ENTER=2、EXIT=1；A/C、runner 不動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看 transition／service／J</a:t>
            </a:r>
          </a:p>
        </p:txBody>
      </p:sp>
      <p:sp>
        <p:nvSpPr>
          <p:cNvPr id="18" name="Lab B：穩定觀察如何影響動作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只改穩定步數 → 改變可送模式出現時間 → 影響送達與服務</a:t>
            </a:r>
          </a:p>
        </p:txBody>
      </p:sp>
      <p:sp>
        <p:nvSpPr>
          <p:cNvPr id="19" name="Field contract STABLE_STEP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（穩定步數）｜來源：Lab B marked block｜作用：決定可送模式何時成立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單位：steps｜判讀：比較 transition、送達、服務與端點 J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動作之後要讀哪些事件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動作之後要讀哪些事件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這一步把動作接到證據：先看到狀態事件，再判斷服務與成本</a:t>
            </a:r>
          </a:p>
        </p:txBody>
      </p:sp>
      <p:sp>
        <p:nvSpPr>
          <p:cNvPr id="6" name="動作之後要讀哪些事件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動作之後要讀哪些事件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① WAIT 後</a:t>
            </a:r>
          </a:p>
        </p:txBody>
      </p:sp>
      <p:sp>
        <p:nvSpPr>
          <p:cNvPr id="8" name="動作之後要讀哪些事件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清醒閒置時間增加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改看 awake-idle</a:t>
            </a:r>
          </a:p>
        </p:txBody>
      </p:sp>
      <p:sp>
        <p:nvSpPr>
          <p:cNvPr id="9" name="動作之後要讀哪些事件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動作之後要讀哪些事件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② SLEEP 後</a:t>
            </a:r>
          </a:p>
        </p:txBody>
      </p:sp>
      <p:sp>
        <p:nvSpPr>
          <p:cNvPr id="11" name="動作之後要讀哪些事件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休息再喚醒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改看 sleep／wake</a:t>
            </a:r>
          </a:p>
        </p:txBody>
      </p:sp>
      <p:sp>
        <p:nvSpPr>
          <p:cNvPr id="12" name="動作之後要讀哪些事件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動作之後要讀哪些事件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SEND 後</a:t>
            </a:r>
          </a:p>
        </p:txBody>
      </p:sp>
      <p:sp>
        <p:nvSpPr>
          <p:cNvPr id="14" name="動作之後要讀哪些事件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處理、發射、接收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再看 packet 是否送達</a:t>
            </a:r>
          </a:p>
        </p:txBody>
      </p:sp>
      <p:sp>
        <p:nvSpPr>
          <p:cNvPr id="15" name="動作之後要讀哪些事件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動作之後要讀哪些事件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結果</a:t>
            </a:r>
          </a:p>
        </p:txBody>
      </p:sp>
      <p:sp>
        <p:nvSpPr>
          <p:cNvPr id="17" name="動作之後要讀哪些事件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服務成敗與端點焦耳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</a:p>
        </p:txBody>
      </p:sp>
      <p:sp>
        <p:nvSpPr>
          <p:cNvPr id="18" name="動作之後要讀哪些事件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動作 → 狀態／封包事件 → 服務結果 → 端點焦耳；不能倒過來</a:t>
            </a:r>
          </a:p>
        </p:txBody>
      </p:sp>
      <p:sp>
        <p:nvSpPr>
          <p:cNvPr id="19" name="Field contract endpoint_energy_j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（端點能量）｜來源：端點無線與處理模型｜作用：累積狀態與轉換能量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單位：焦耳｜判讀：只屬端點證據，不等於系統能量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縮排與回傳決定程式走哪條路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縮排與回傳決定程式走哪條路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這一步只讀一小段程式：看縮排如何選分支，再把動作交回執行器</a:t>
            </a:r>
          </a:p>
        </p:txBody>
      </p:sp>
      <p:sp>
        <p:nvSpPr>
          <p:cNvPr id="6" name="縮排與回傳決定程式走哪條路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縮排與回傳決定程式走哪條路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先看意思</a:t>
            </a:r>
          </a:p>
        </p:txBody>
      </p:sp>
      <p:sp>
        <p:nvSpPr>
          <p:cNvPr id="8" name="縮排與回傳決定程式走哪條路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窗口關閉就不送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if ...: return SLEEP</a:t>
            </a:r>
          </a:p>
        </p:txBody>
      </p:sp>
      <p:sp>
        <p:nvSpPr>
          <p:cNvPr id="9" name="縮排與回傳決定程式走哪條路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縮排與回傳決定程式走哪條路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縮排做什麼</a:t>
            </a:r>
          </a:p>
        </p:txBody>
      </p:sp>
      <p:sp>
        <p:nvSpPr>
          <p:cNvPr id="11" name="縮排與回傳決定程式走哪條路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把條件放進正確分支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只修 active block</a:t>
            </a:r>
          </a:p>
        </p:txBody>
      </p:sp>
      <p:sp>
        <p:nvSpPr>
          <p:cNvPr id="12" name="縮排與回傳決定程式走哪條路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縮排與回傳決定程式走哪條路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先檢查</a:t>
            </a:r>
          </a:p>
        </p:txBody>
      </p:sp>
      <p:sp>
        <p:nvSpPr>
          <p:cNvPr id="14" name="縮排與回傳決定程式走哪條路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執行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py_compile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只檢查語法、不改檔</a:t>
            </a:r>
          </a:p>
        </p:txBody>
      </p:sp>
      <p:sp>
        <p:nvSpPr>
          <p:cNvPr id="15" name="縮排與回傳決定程式走哪條路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縮排與回傳決定程式走哪條路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下一步／看什麼</a:t>
            </a:r>
          </a:p>
        </p:txBody>
      </p:sp>
      <p:sp>
        <p:nvSpPr>
          <p:cNvPr id="17" name="縮排與回傳決定程式走哪條路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通過後跑 baseline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 result／replay pair</a:t>
            </a:r>
          </a:p>
        </p:txBody>
      </p:sp>
      <p:sp>
        <p:nvSpPr>
          <p:cNvPr id="18" name="縮排與回傳決定程式走哪條路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縮排 → 分支 → 回傳 → runner 事件；語法檢查不改內容</a:t>
            </a:r>
          </a:p>
        </p:txBody>
      </p:sp>
      <p:sp>
        <p:nvSpPr>
          <p:cNvPr id="19" name="Field contract retur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return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（回傳）｜來源：policy function｜作用：把一個合法動作交給執行器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單位：動作值｜判讀：語法通過後再看 result／replay 的實際事件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先建立基準結果再比較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先建立基準結果再比較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這一步先保存沒有改動的基準，下一步才比較候選值</a:t>
            </a:r>
          </a:p>
        </p:txBody>
      </p:sp>
      <p:sp>
        <p:nvSpPr>
          <p:cNvPr id="6" name="先建立基準結果再比較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先建立基準結果再比較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固定輸入</a:t>
            </a:r>
          </a:p>
        </p:txBody>
      </p:sp>
      <p:sp>
        <p:nvSpPr>
          <p:cNvPr id="8" name="先建立基準結果再比較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packaged policy＋固定情境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不讀未來結果</a:t>
            </a:r>
          </a:p>
        </p:txBody>
      </p:sp>
      <p:sp>
        <p:nvSpPr>
          <p:cNvPr id="9" name="先建立基準結果再比較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先建立基準結果再比較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執行命令</a:t>
            </a:r>
          </a:p>
        </p:txBody>
      </p:sp>
      <p:sp>
        <p:nvSpPr>
          <p:cNvPr id="11" name="先建立基準結果再比較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只跑 baseline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</p:txBody>
      </p:sp>
      <p:sp>
        <p:nvSpPr>
          <p:cNvPr id="12" name="先建立基準結果再比較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先建立基準結果再比較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產生結果</a:t>
            </a:r>
          </a:p>
        </p:txBody>
      </p:sp>
      <p:sp>
        <p:nvSpPr>
          <p:cNvPr id="14" name="先建立基準結果再比較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兩個 JSON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result.json／endpoint-replay.json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原始程式不回寫</a:t>
            </a:r>
          </a:p>
        </p:txBody>
      </p:sp>
      <p:sp>
        <p:nvSpPr>
          <p:cNvPr id="15" name="先建立基準結果再比較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先建立基準結果再比較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下一步／看什麼</a:t>
            </a:r>
          </a:p>
        </p:txBody>
      </p:sp>
      <p:sp>
        <p:nvSpPr>
          <p:cNvPr id="17" name="先建立基準結果再比較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確認 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status: OK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、路徑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 service，再成本</a:t>
            </a:r>
          </a:p>
        </p:txBody>
      </p:sp>
      <p:sp>
        <p:nvSpPr>
          <p:cNvPr id="18" name="先建立基準結果再比較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先保存基準，再凍結規則，最後比較候選；結果不能回頭改 block</a:t>
            </a:r>
          </a:p>
        </p:txBody>
      </p:sp>
      <p:sp>
        <p:nvSpPr>
          <p:cNvPr id="19" name="Field contract result_path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（結果檔路徑）｜來源：命令輸出｜作用：定位 result.json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單位：路徑文字｜判讀：網站只匯入 result.json；endpoint replay 只做配對，runner 不是網站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LoRaEnergySim + LEO｜Part A P019–P027b</dc:title>
  <dc:creator>C-120 deck lane P019–P027b</dc:creator>
  <cp:lastModifiedBy>柏宏 吳</cp:lastModifiedBy>
  <cp:revision>1493</cp:revision>
  <dcterms:created xsi:type="dcterms:W3CDTF">2019-10-21T01:22:34Z</dcterms:created>
  <dcterms:modified xsi:type="dcterms:W3CDTF">2025-12-10T11:42:30Z</dcterms:modified>
  <dc:subject>WSL setup、READY receipt、bounded policy、Lab A baseline handoff</dc:subject>
  <dc:description>Editable section built from educate slideLayout2.xml</dc:description>
</cp:coreProperties>
</file>