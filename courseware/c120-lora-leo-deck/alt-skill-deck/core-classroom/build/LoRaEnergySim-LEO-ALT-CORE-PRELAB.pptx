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LoRaEnergySim 提供三項價值。第一，它建立 LoRa 端點的狀態與能量模型，使休眠、處理、發射、接收與端點能量邊界有可追溯來源。第二，它提供封包、碰撞、重試與送達的事件語言，讓策略結果能由中間事件解釋。第三，固定模型來源與版本，使不同案例與策略結果能以一致的欄位和判讀順序比較。課程操作因此可以從一行策略修改，一路追蹤到狀態、封包、服務與端點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命令先讀取 Windows Downloads，再把 release 副本寫到 Linux staging；它不修改 Windows 原檔、`student_policy.py` 或任何 marked block。下一步進入 `lora-energy-lab/`，用 `pwd` 讀取目前位置；要檢查的 website／artifact field 是 package root 與來源路徑，路徑不一致時不要進入 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環境準備必須依固定順序完成。先在 lora-energy-lab 根目錄檢查或安裝 Python 3.11.x，再確認標準函式庫的 venv 模組可用，建立並啟用 `.venv`。啟用後再次執行版本與執行器路徑檢查，確定命令已進入隔離環境。接著安裝 `requirements-lock.txt`，最後執行 verify；只有看到 READY 才能開始案例。實際檔名包含 `-lock`，不是一般的 requirements.txt。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先用 Python Launcher 執行 `py -3.11 --version`。若輸出 Python 3.11.x，再把實際執行器路徑存入 `$python311`。若找不到版本，先以 winget 安裝 uv，重新開啟 PowerShell 後執行 `uv python install 3.11`，再用 `uv python find 3.11` 取得路徑。最後以該路徑再次顯示版本；版本正確才建立 venv，不可修改 runner 迴避版本關卡。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先以 `$python311 -m venv --help` 確認 venv 模組存在，再建立 `.venv` 並執行 Activate.ps1。`python --version` 必須仍為 3.11.x，下一條命令則以 `sys.prefix` 與 `sys.base_prefix` 的差異確認已進入隔離環境。接著在此環境中安裝 `requirements-lock.txt`，再執行 `course.cmd verify`。最終成功訊號是 status 為 READY，而不是只有 pip 命令沒有報錯。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 與 WSL 先執行 `command -v python3.11` 與版本檢查。若版本正確，把路徑保存於 `PYTHON_BIN`。若找不到版本，Ubuntu 24.04 不應反覆嘗試不存在的 python3.11 apt 套件；先準備 curl，再依 uv 官方安裝流程安裝 uv 與 Python 3.11，最後以 `uv python find 3.11` 取得路徑並再次核對版本。WSL 使用同一套 Linux 命令，不使用 Windows Python。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 與 WSL 先以 `PYTHON_BIN -m venv --help` 確認支援，再建立 `.venv`。執行 `source .venv/bin/activate` 後，版本必須是 3.11.x，執行器路徑也必須落在 `.venv`。接著使用目前環境的 Python 執行 pip，依 hash 與 no-deps 契約安裝 `requirements-lock.txt`，最後執行 `bash course.sh verify`。只有 status 為 READY 才表示環境、情境與策略契約可以進入案例。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macOS 不應假設系統的 `python3` 已是 3.11。先檢查 `python3.11`；若已存在，保存其路徑。若需要安裝，可以使用 Homebrew 的 `python@3.11`，或依 uv 官方流程安裝精確版本。兩條路徑只需選一條，最後都必須設定 `PYTHON_BIN` 並由該執行器輸出 Python 3.11.x。確認版本後才進入 venv 步驟，不混用另一個 Python 建立環境。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macOS 先以選定的 `PYTHON_BIN` 確認 venv 模組，建立 `.venv` 後以 source 啟用。版本與執行器路徑都正確，才在此環境中安裝 `requirements-lock.txt`。接著執行 `bash course.sh verify`，由同一個套件檢查 Python 版本、情境、baseline policy 與契約。READY 代表環境可以進入案例，並不表示已有服務或能量結果；案例 JSON 仍要由後續 run command 產生。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環境完成需要三個一致訊號。第一，啟用後的 Python 顯示 3.11.x；第二，執行器路徑位於本專案的 `.venv`，表示不是系統環境；第三，verify 輸出 status 為 READY，並建立環境收據。READY 只說明版本、情境與策略契約可以執行，不是 Lab 結果。接著保持 `.venv` 啟用，只修改目前 Lab 的 marked block，再執行指定 case 產生 result 與 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本頁只在已啟用的 `.venv` 內安裝 package 的 exact locked file `requirements-lock.txt`，不是自行猜測的 `requirements.txt`；不修改 `/home/u24/lora-energy-lab/student_policy.py`、marked blocks、runner 或 scenario。Linux／WSL 執行 `python -m pip install --disable-pip-version-check --require-hashes --no-deps -r requirements-lock.txt`，接著 `bash course.sh verify`；macOS 使用相同兩個命令。PowerShell 執行相同 pip 參數但使用 `-r .\requirements-lock.txt`，接著 ` .\course.cmd verify`；Command Prompt 使用 `-r requirements-lock.txt`，接著 `course.cmd verify`。預期產生 `artifacts/verify-receipt.json`，其中 `status` 是 `READY`、Python 是 3.11.x，並保留 scenario identity、policy API 與 claim boundary。requirements install 或 verify 任何一步失敗就停，不進入 lab；此收據不是案例的 `result.json`，案例結果要等後續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或 verify 受阻時，只修復 Python minor、package root、lock 或 policy boundary；不能把回復資料說成本機執行。下一步依 `artifact_source` 判斷是否可進 run；讀取同一 lab／case 的 `result.json` 與 `endpoint-replay.json` pair，再按 service → packet → state → endpoint J → efficiency 判讀。本頁不改 student_policy.py 或任何 marked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實際 `/home/u24/lora-energy-lab/student_policy.py` 現在包含中文註解；本頁只鏡像說明，不能把投影片文字貼回程式。UTF-8/LF bytes 參與 policy identity，outside-block 的註解、函式、runner、scenario、schemas 與輸出契約都不改；可編輯面只有 `lab-a-pace-rest`、`lab-b-enter-exit-hold`、`lab-c-batch-urgent`。下一步只改當前 block 的一個 value，再看成對 result／replay 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`observation` 是 runner 每個固定 step 提供的唯讀快照，實際使用窗口、急件、期限、距上次傳送步數、傳送模式、品質、穩定步數與佇列數。此頁是中文說明，不可貼回 `/home/u24/lora-energy-lab/student_policy.py`；沒有 file／block／value 變更。下一步由 `choose_action(observation)` 回傳合法 action，再從 result／replay 讀 state／event、packet／delivery、service 與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 `choose_action()` 的 read-only 中文註解鏡像，不可貼回程式。實際順序是窗口關閉回傳 `SLEEP`；urgent deadline 回傳 `SEND_URGENT`；pacing gap 回傳 `REST_DURING_GAP`；品質 hold 未滿足回傳 `WAIT`；quality ready 且 queue 足量回傳 `FLUSH_BATCH`，否則 `SEND_ONE`；所有條件都不要求傳送時回傳 `WAIT`。沒有 file／block／value 變更；下一步 run 後按 service → packet／delivery → state／event → endpoint J → efficiency 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 `/home/u24/lora-energy-lab/student_policy.py` 的中文註解已說明每個 branch。這一頁只顯示小段可讀鏡像：窗口關閉時由 `if ...` 進入 `return SLEEP`；縮排決定 statement 屬於哪個條件。`.venv/bin/python -m py_compile student_policy.py` 只檢查語法，不改檔；若錯，只修目前 active marked block，中文註解、函式、runner、scenario 與 schemas 不動。下一步才執行 P027b baseline，讀成對 result／replay。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POSIX exact command 是 `bash course.sh run --lab A --case baseline`；Windows 是 `course.cmd run --lab A --case baseline`。它讀 packaged `student_policy.py` 與 fixed scenario，只在 run directory 寫 `result.json`、`endpoint-replay.json`，不修改 policy source、marked blocks、runner、scenario 或 schemas。下一步確認 `status: OK`、run identity、`result_path`，網站先看 service，再看 packet／state／endpoint J／efficiency；Lab A／B／C 後續依各自 baseline → candidate → freeze → withheld 順序比較。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提供的三項價值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它提供成熟的 LoRa 端點問題框架，讓狀態、封包與能量能沿同一條路徑解讀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端點狀態與能量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把休眠、處理、TX、RX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連到端點能量邊界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封包事件與可靠度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用封包、碰撞、重試、送達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解釋策略後果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可重複研究架構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固定模型來源與版本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讓案例與結果可以比較</a:t>
            </a:r>
          </a:p>
        </p:txBody>
      </p:sp>
      <p:sp>
        <p:nvSpPr>
          <p:cNvPr id="15" name="LoRaEnergySim valu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讓策略動作可以連到狀態、封包、服務與端點能量證據</a:t>
            </a:r>
          </a:p>
        </p:txBody>
      </p:sp>
      <p:sp>
        <p:nvSpPr>
          <p:cNvPr id="16" name="Field contract model_refer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model_reference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（模型參考）｜來源：固定的 LoRaEnergySim repository 與版本｜作用：提供端點狀態、封包事件與能量欄位的可追溯來源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單位：來源識別｜判讀：以相同模型語言比較不同策略的事件與結果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把下載資料搬進 Linux 課程資料夾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把下載資料搬進 Linux 課程資料夾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這一步只做路徑準備：把 release 帶進 Linux，再確認程式根目錄</a:t>
            </a:r>
          </a:p>
        </p:txBody>
      </p:sp>
      <p:sp>
        <p:nvSpPr>
          <p:cNvPr id="6" name="把下載資料搬進 Linux 課程資料夾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把下載資料搬進 Linux 課程資料夾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這個工作區</a:t>
            </a:r>
          </a:p>
        </p:txBody>
      </p:sp>
      <p:sp>
        <p:nvSpPr>
          <p:cNvPr id="8" name="把下載資料搬進 Linux 課程資料夾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WSL＝Windows 內的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/mnt/c/.../Downloads</a:t>
            </a:r>
          </a:p>
        </p:txBody>
      </p:sp>
      <p:sp>
        <p:nvSpPr>
          <p:cNvPr id="9" name="把下載資料搬進 Linux 課程資料夾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把下載資料搬進 Linux 課程資料夾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程式不改</a:t>
            </a:r>
          </a:p>
        </p:txBody>
      </p:sp>
      <p:sp>
        <p:nvSpPr>
          <p:cNvPr id="11" name="把下載資料搬進 Linux 課程資料夾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只複製 release 副本</a:t>
            </a:r>
          </a:p>
        </p:txBody>
      </p:sp>
      <p:sp>
        <p:nvSpPr>
          <p:cNvPr id="12" name="把下載資料搬進 Linux 課程資料夾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把下載資料搬進 Linux 課程資料夾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進入根目錄</a:t>
            </a:r>
          </a:p>
        </p:txBody>
      </p:sp>
      <p:sp>
        <p:nvSpPr>
          <p:cNvPr id="14" name="把下載資料搬進 Linux 課程資料夾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下一步集中到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15" name="把下載資料搬進 Linux 課程資料夾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把下載資料搬進 Linux 課程資料夾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核對結果</a:t>
            </a:r>
          </a:p>
        </p:txBody>
      </p:sp>
      <p:sp>
        <p:nvSpPr>
          <p:cNvPr id="17" name="把下載資料搬進 Linux 課程資料夾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只讀位置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路徑不對就先停止</a:t>
            </a:r>
          </a:p>
        </p:txBody>
      </p:sp>
      <p:sp>
        <p:nvSpPr>
          <p:cNvPr id="18" name="把下載資料搬進 Linux 課程資料夾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先把下載副本放進 Linux，再確認根目錄；路徑錯會讓後續設定讀錯檔</a:t>
            </a:r>
          </a:p>
        </p:txBody>
      </p:sp>
      <p:sp>
        <p:nvSpPr>
          <p:cNvPr id="19" name="Field contract pwd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（目前目錄命令）｜來源：Linux／macOS 終端機（WSL 也使用 Linux 指令）｜作用：確認目前位置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單位：路徑文字｜判讀：輸出應位於 Linux home 的課程資料夾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從 Python 3.11 到 READY 的完整順序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每一步都在 lora-energy-lab 根目錄完成；上一關成功才進入下一關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找到正確版本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先檢查 Python 3.11.x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沒有才依平台安裝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建立隔離環境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venv → 建立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啟用後再次核對版本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安裝並驗證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在 venv 內安裝 locked requirements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verify 必須顯示 READY</a:t>
            </a:r>
          </a:p>
        </p:txBody>
      </p:sp>
      <p:sp>
        <p:nvSpPr>
          <p:cNvPr id="15" name="Environment sequenc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3.11.x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已啟用 → 安裝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requirements-lock.txt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6" name="Field contract requirements-lock.tx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requirements-lock.txt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（鎖定需求檔）｜來源：課程套件根目錄｜作用：固定安裝契約與可重現環境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單位：文字檔｜判讀：實際檔名含 -lock；不是 requirements.txt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先使用 Python Launcher 檢查；找不到 3.11 才安裝 uv 與精確版本</a:t>
            </a:r>
          </a:p>
        </p:txBody>
      </p:sp>
      <p:sp>
        <p:nvSpPr>
          <p:cNvPr id="6" name="Windows Python check"/>
          <p:cNvSpPr/>
          <p:nvPr/>
        </p:nvSpPr>
        <p:spPr>
          <a:xfrm>
            <a:off x="859536" y="1463040"/>
            <a:ext cx="5065776" cy="22128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s Python check text"/>
          <p:cNvSpPr txBox="1"/>
          <p:nvPr/>
        </p:nvSpPr>
        <p:spPr>
          <a:xfrm>
            <a:off x="1005839" y="1554480"/>
            <a:ext cx="4773168" cy="2029967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 = (py -3.11 -c "import sys; print(sys.executable)").Trim()</a:t>
            </a:r>
          </a:p>
        </p:txBody>
      </p:sp>
      <p:sp>
        <p:nvSpPr>
          <p:cNvPr id="8" name="Windows Python install"/>
          <p:cNvSpPr/>
          <p:nvPr/>
        </p:nvSpPr>
        <p:spPr>
          <a:xfrm>
            <a:off x="6254496" y="1463040"/>
            <a:ext cx="5065776" cy="22128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s Python install text"/>
          <p:cNvSpPr txBox="1"/>
          <p:nvPr/>
        </p:nvSpPr>
        <p:spPr>
          <a:xfrm>
            <a:off x="6400800" y="1554480"/>
            <a:ext cx="4773168" cy="2029967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找不到 3.11 時：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$python311 --version</a:t>
            </a:r>
          </a:p>
        </p:txBody>
      </p:sp>
      <p:sp>
        <p:nvSpPr>
          <p:cNvPr id="10" name="Windows Python success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成功訊號：輸出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3.11.x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，並取得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的執行器路徑</a:t>
            </a:r>
          </a:p>
        </p:txBody>
      </p:sp>
      <p:sp>
        <p:nvSpPr>
          <p:cNvPr id="11" name="Field contract python311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python311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3.11 執行器變數）｜來源：PowerShell 命令結果｜作用：保存建立 venv 時要使用的精確執行器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單位：檔案路徑｜判讀：版本不是 3.11.x 就停止，不修改 runner 放寬版本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所有 pip 與 verify 命令都要在已啟用的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中執行</a:t>
            </a:r>
          </a:p>
        </p:txBody>
      </p:sp>
      <p:sp>
        <p:nvSpPr>
          <p:cNvPr id="6" name="Windows venv"/>
          <p:cNvSpPr/>
          <p:nvPr/>
        </p:nvSpPr>
        <p:spPr>
          <a:xfrm>
            <a:off x="859536" y="1444752"/>
            <a:ext cx="5065776" cy="29077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s venv text"/>
          <p:cNvSpPr txBox="1"/>
          <p:nvPr/>
        </p:nvSpPr>
        <p:spPr>
          <a:xfrm>
            <a:off x="1005839" y="1536192"/>
            <a:ext cx="4773168" cy="272491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8" name="Windows install verify"/>
          <p:cNvSpPr/>
          <p:nvPr/>
        </p:nvSpPr>
        <p:spPr>
          <a:xfrm>
            <a:off x="6254496" y="1444752"/>
            <a:ext cx="5065776" cy="29077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s install verify text"/>
          <p:cNvSpPr txBox="1"/>
          <p:nvPr/>
        </p:nvSpPr>
        <p:spPr>
          <a:xfrm>
            <a:off x="6400800" y="1536192"/>
            <a:ext cx="4773168" cy="272491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.\requirements-lock.txt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.venv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（專案虛擬環境）｜來源：Python venv 模組｜作用：隔離本課執行器與安裝契約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單位：資料夾｜判讀：啟用後 Python 路徑應位於 .venv；READY 才繼續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Linux／WSL：先檢查或安裝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WSL 使用其 Linux distribution；先檢查，沒有 3.11 才使用 uv 安裝</a:t>
            </a:r>
          </a:p>
        </p:txBody>
      </p:sp>
      <p:sp>
        <p:nvSpPr>
          <p:cNvPr id="6" name="Linux Python check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ux Python check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若成功：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8" name="Linux Python install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ux Python install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找不到 3.11 時：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sudo apt install -y curl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0" name="Field contract PYTHON_BI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執行器路徑變數）｜來源：Linux shell 命令結果｜作用：指定建立 venv 的精確 Python 3.11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單位：檔案路徑｜判讀：輸出必須是 Python 3.11.x；WSL 也使用此 Linux 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Linux／WSL：建立、啟用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後必須執行 source；終端機才會改用隔離環境</a:t>
            </a:r>
          </a:p>
        </p:txBody>
      </p:sp>
      <p:sp>
        <p:nvSpPr>
          <p:cNvPr id="6" name="Linux venv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ux venv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8" name="Linux install verify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ux install verify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（啟用 shell 環境的命令）｜來源：Linux／macOS shell｜作用：把目前終端機切換到 .venv 的 Python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單位：命令｜判讀：啟用後執行器路徑應位於 .venv；READY 才開始 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macOS：先檢查或安裝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不要假設 macOS 的 python3 版本；先檢查，再選 Homebrew 或 uv</a:t>
            </a:r>
          </a:p>
        </p:txBody>
      </p:sp>
      <p:sp>
        <p:nvSpPr>
          <p:cNvPr id="6" name="macOS check"/>
          <p:cNvSpPr/>
          <p:nvPr/>
        </p:nvSpPr>
        <p:spPr>
          <a:xfrm>
            <a:off x="859536" y="1426464"/>
            <a:ext cx="3182112" cy="298094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cOS check text"/>
          <p:cNvSpPr txBox="1"/>
          <p:nvPr/>
        </p:nvSpPr>
        <p:spPr>
          <a:xfrm>
            <a:off x="1005839" y="1517904"/>
            <a:ext cx="2889504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若成功：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8" name="macOS brew"/>
          <p:cNvSpPr/>
          <p:nvPr/>
        </p:nvSpPr>
        <p:spPr>
          <a:xfrm>
            <a:off x="4279392" y="1426464"/>
            <a:ext cx="3182112" cy="298094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cOS brew text"/>
          <p:cNvSpPr txBox="1"/>
          <p:nvPr/>
        </p:nvSpPr>
        <p:spPr>
          <a:xfrm>
            <a:off x="4425696" y="1517904"/>
            <a:ext cx="2889504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使用 Homebrew：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brew install python@3.11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PYTHON_BIN="$(brew --prefix python@3.11)/bin/python3.11"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0" name="macOS uv"/>
          <p:cNvSpPr/>
          <p:nvPr/>
        </p:nvSpPr>
        <p:spPr>
          <a:xfrm>
            <a:off x="7699248" y="1426464"/>
            <a:ext cx="3621024" cy="298094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cOS uv text"/>
          <p:cNvSpPr txBox="1"/>
          <p:nvPr/>
        </p:nvSpPr>
        <p:spPr>
          <a:xfrm>
            <a:off x="7845552" y="1517904"/>
            <a:ext cx="3328416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使用 uv：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2" name="Field contract python@3.11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python@3.11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（Homebrew Python 3.11 套件）｜來源：Homebrew formula｜作用：提供 macOS 的精確 Python 版本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單位：套件版本｜判讀：最終仍以 PYTHON_BIN --version 顯示 3.11.x 為準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macOS：建立、啟用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Homebrew 與 uv 的 Python 都包含 venv；啟用後再進行 locked install</a:t>
            </a:r>
          </a:p>
        </p:txBody>
      </p:sp>
      <p:sp>
        <p:nvSpPr>
          <p:cNvPr id="6" name="macOS venv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cOS venv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8" name="macOS install verify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cOS install verify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verify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（環境驗證）｜來源：course.sh／verify_setup.py｜作用：核對 Python、情境、策略與安裝契約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單位：狀態｜判讀：READY 只代表環境可用；尚未產生 Lab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看到 READY 後，環境準備才算完成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成功不是只有安裝指令沒有報錯；版本、venv 路徑與 verify 狀態都要成立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版本正確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顯示 Python 3.11.x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venv 已啟用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執行器路徑位於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不是系統 Python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契約通過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verify 輸出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 verify receipt</a:t>
            </a:r>
          </a:p>
        </p:txBody>
      </p:sp>
      <p:sp>
        <p:nvSpPr>
          <p:cNvPr id="15" name="READY next ste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 之後保持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啟用 → 只改目前 Lab 的 marked block → 執行 case</a:t>
            </a:r>
          </a:p>
        </p:txBody>
      </p:sp>
      <p:sp>
        <p:nvSpPr>
          <p:cNvPr id="16" name="Field contract statu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（環境狀態）｜來源：verify receipt｜作用：表示環境與課程契約是否可進入案例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單位：狀態值｜判讀：READY 不等於 Lab 通過，也不等於已產生 result.json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安裝鎖定套件並驗證 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在 venv 安裝鎖定套件並驗證 READY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四種 shell 都先安裝鎖定檔再驗證；看到 READY 才進案例，失敗就停</a:t>
            </a:r>
          </a:p>
        </p:txBody>
      </p:sp>
      <p:sp>
        <p:nvSpPr>
          <p:cNvPr id="6" name="在 venv 安裝鎖定套件並驗證 READY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在 venv 安裝鎖定套件並驗證 READY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Linux／WSL</a:t>
            </a:r>
          </a:p>
        </p:txBody>
      </p:sp>
      <p:sp>
        <p:nvSpPr>
          <p:cNvPr id="8" name="在 venv 安裝鎖定套件並驗證 READY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在 venv 安裝鎖定套件並驗證 READY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在 venv 安裝鎖定套件並驗證 READY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macOS</a:t>
            </a:r>
          </a:p>
        </p:txBody>
      </p:sp>
      <p:sp>
        <p:nvSpPr>
          <p:cNvPr id="11" name="在 venv 安裝鎖定套件並驗證 READY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2" name="在 venv 安裝鎖定套件並驗證 READY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在 venv 安裝鎖定套件並驗證 READY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14" name="在 venv 安裝鎖定套件並驗證 READY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.\requirements-lock.txt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5" name="在 venv 安裝鎖定套件並驗證 READY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在 venv 安裝鎖定套件並驗證 READY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17" name="在 venv 安裝鎖定套件並驗證 READY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18" name="在 venv 安裝鎖定套件並驗證 READY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locked requirements → verify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；沒有 READY 就停止，不執行 lab</a:t>
            </a:r>
          </a:p>
        </p:txBody>
      </p:sp>
      <p:sp>
        <p:nvSpPr>
          <p:cNvPr id="19" name="Field contract verify-receip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verify-receipt.json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（驗證收據檔）｜來源：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course.sh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｜作用：記錄 Python、scenario 與 policy contract gate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artifact｜判讀：看到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才能進案例；它不是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卡住時修復或保留來源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卡住時修復或保留來源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這一步處理卡關：修得好就重跑，修不好也不冒充本機執行</a:t>
            </a:r>
          </a:p>
        </p:txBody>
      </p:sp>
      <p:sp>
        <p:nvSpPr>
          <p:cNvPr id="6" name="卡住時修復或保留來源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卡住時修復或保留來源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正常</a:t>
            </a:r>
          </a:p>
        </p:txBody>
      </p:sp>
      <p:sp>
        <p:nvSpPr>
          <p:cNvPr id="8" name="卡住時修復或保留來源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 後執行案例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產生新結果</a:t>
            </a:r>
          </a:p>
        </p:txBody>
      </p:sp>
      <p:sp>
        <p:nvSpPr>
          <p:cNvPr id="9" name="卡住時修復或保留來源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卡住時修復或保留來源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修復什麼</a:t>
            </a:r>
          </a:p>
        </p:txBody>
      </p:sp>
      <p:sp>
        <p:nvSpPr>
          <p:cNvPr id="11" name="卡住時修復或保留來源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Python、root、lock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block</a:t>
            </a:r>
          </a:p>
        </p:txBody>
      </p:sp>
      <p:sp>
        <p:nvSpPr>
          <p:cNvPr id="12" name="卡住時修復或保留來源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卡住時修復或保留來源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③ 回復什麼</a:t>
            </a:r>
          </a:p>
        </p:txBody>
      </p:sp>
      <p:sp>
        <p:nvSpPr>
          <p:cNvPr id="14" name="卡住時修復或保留來源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同情境結果成對保存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5" name="卡住時修復或保留來源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卡住時修復或保留來源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看什麼</a:t>
            </a:r>
          </a:p>
        </p:txBody>
      </p:sp>
      <p:sp>
        <p:nvSpPr>
          <p:cNvPr id="17" name="卡住時修復或保留來源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判斷本機或回復</a:t>
            </a:r>
          </a:p>
        </p:txBody>
      </p:sp>
      <p:sp>
        <p:nvSpPr>
          <p:cNvPr id="18" name="卡住時修復或保留來源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修復不改策略；回復不冒充本機執行</a:t>
            </a:r>
          </a:p>
        </p:txBody>
      </p:sp>
      <p:sp>
        <p:nvSpPr>
          <p:cNvPr id="19" name="Field contract artifact_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artifact_source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（資料來源分類）｜來源：結果紀錄｜作用：標示本機執行或回復資料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單位：來源值｜判讀：來源模式保持原值，不改寫成本機執行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只可修改三個標記區塊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只可修改三個標記區塊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這一步畫出可編輯邊界：三個實驗區可改，其他程式只讀</a:t>
            </a:r>
          </a:p>
        </p:txBody>
      </p:sp>
      <p:sp>
        <p:nvSpPr>
          <p:cNvPr id="6" name="只可修改三個標記區塊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只可修改三個標記區塊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唯一檔案</a:t>
            </a:r>
          </a:p>
        </p:txBody>
      </p:sp>
      <p:sp>
        <p:nvSpPr>
          <p:cNvPr id="8" name="只可修改三個標記區塊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只在這裡做實驗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只可修改三個標記區塊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只可修改三個標記區塊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可改區段</a:t>
            </a:r>
          </a:p>
        </p:txBody>
      </p:sp>
      <p:sp>
        <p:nvSpPr>
          <p:cNvPr id="11" name="只可修改三個標記區塊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A／B／C 三個標記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12" name="只可修改三個標記區塊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只可修改三個標記區塊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保持不變</a:t>
            </a:r>
          </a:p>
        </p:txBody>
      </p:sp>
      <p:sp>
        <p:nvSpPr>
          <p:cNvPr id="14" name="只可修改三個標記區塊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中文註解、函式、情境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runner、schemas 不動</a:t>
            </a:r>
          </a:p>
        </p:txBody>
      </p:sp>
      <p:sp>
        <p:nvSpPr>
          <p:cNvPr id="15" name="只可修改三個標記區塊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只可修改三個標記區塊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只可修改三個標記區塊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結果仍看 result／replay</a:t>
            </a:r>
          </a:p>
        </p:txBody>
      </p:sp>
      <p:sp>
        <p:nvSpPr>
          <p:cNvPr id="18" name="只可修改三個標記區塊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只開目前實驗區；其他檔案與輸出契約保持不變</a:t>
            </a:r>
          </a:p>
        </p:txBody>
      </p:sp>
      <p:sp>
        <p:nvSpPr>
          <p:cNvPr id="19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（標記區段）｜來源：檔案標記｜作用：界定一個實驗的可編輯範圍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單位：程式碼區段｜判讀：其他套件邊界維持唯讀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程式每次判斷會看什麼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程式每次判斷會看什麼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這一步先說清楚輸入：每個 step 只看目前／過去資料</a:t>
            </a:r>
          </a:p>
        </p:txBody>
      </p:sp>
      <p:sp>
        <p:nvSpPr>
          <p:cNvPr id="6" name="程式每次判斷會看什麼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程式每次判斷會看什麼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讀目前資料</a:t>
            </a:r>
          </a:p>
        </p:txBody>
      </p:sp>
      <p:sp>
        <p:nvSpPr>
          <p:cNvPr id="8" name="程式每次判斷會看什麼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窗口、急件、間隔、品質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都是當下 snapshot</a:t>
            </a:r>
          </a:p>
        </p:txBody>
      </p:sp>
      <p:sp>
        <p:nvSpPr>
          <p:cNvPr id="9" name="程式每次判斷會看什麼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程式每次判斷會看什麼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不讀未來</a:t>
            </a:r>
          </a:p>
        </p:txBody>
      </p:sp>
      <p:sp>
        <p:nvSpPr>
          <p:cNvPr id="11" name="程式每次判斷會看什麼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不看結果摘要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不回看 energy</a:t>
            </a:r>
          </a:p>
        </p:txBody>
      </p:sp>
      <p:sp>
        <p:nvSpPr>
          <p:cNvPr id="12" name="程式每次判斷會看什麼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程式每次判斷會看什麼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交給函式</a:t>
            </a:r>
          </a:p>
        </p:txBody>
      </p:sp>
      <p:sp>
        <p:nvSpPr>
          <p:cNvPr id="14" name="程式每次判斷會看什麼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把目前資料交給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再回一個合法動作</a:t>
            </a:r>
          </a:p>
        </p:txBody>
      </p:sp>
      <p:sp>
        <p:nvSpPr>
          <p:cNvPr id="15" name="程式每次判斷會看什麼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程式每次判斷會看什麼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程式每次判斷會看什麼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回一個合法動作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再記 event／result</a:t>
            </a:r>
          </a:p>
        </p:txBody>
      </p:sp>
      <p:sp>
        <p:nvSpPr>
          <p:cNvPr id="18" name="程式每次判斷會看什麼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當下觀察 → 合法動作；這一頁沒有程式值變更</a:t>
            </a:r>
          </a:p>
        </p:txBody>
      </p:sp>
      <p:sp>
        <p:nvSpPr>
          <p:cNvPr id="19" name="Field contract choose_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（策略函式）｜來源：student_policy.py｜作用：依當下觀察回傳一個合法動作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單位：函式契約｜判讀：只讀目前／過去欄位，不讀未來結果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判斷順序如何產生動作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判斷順序如何產生動作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這一步把合法動作順序翻成白話；鏡像可讀，不能貼回程式</a:t>
            </a:r>
          </a:p>
        </p:txBody>
      </p:sp>
      <p:sp>
        <p:nvSpPr>
          <p:cNvPr id="6" name="判斷順序如何產生動作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判斷順序如何產生動作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窗口關閉</a:t>
            </a:r>
          </a:p>
        </p:txBody>
      </p:sp>
      <p:sp>
        <p:nvSpPr>
          <p:cNvPr id="8" name="判斷順序如何產生動作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不能送出，先休息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9" name="判斷順序如何產生動作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判斷順序如何產生動作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期限逼近</a:t>
            </a:r>
          </a:p>
        </p:txBody>
      </p:sp>
      <p:sp>
        <p:nvSpPr>
          <p:cNvPr id="11" name="判斷順序如何產生動作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急件先送出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2" name="判斷順序如何產生動作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判斷順序如何產生動作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節奏／品質</a:t>
            </a:r>
          </a:p>
        </p:txBody>
      </p:sp>
      <p:sp>
        <p:nvSpPr>
          <p:cNvPr id="14" name="判斷順序如何產生動作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間隔未到休息；品質未穩等待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5" name="判斷順序如何產生動作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判斷順序如何產生動作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佇列／保底</a:t>
            </a:r>
          </a:p>
        </p:txBody>
      </p:sp>
      <p:sp>
        <p:nvSpPr>
          <p:cNvPr id="17" name="判斷順序如何產生動作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夠量批次，否則單筆；無事等待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SEND_ONE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8" name="判斷順序如何產生動作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先看窗口，再看期限、間隔、品質與佇列；順序會改變動作</a:t>
            </a:r>
          </a:p>
        </p:txBody>
      </p:sp>
      <p:sp>
        <p:nvSpPr>
          <p:cNvPr id="19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（合法動作）｜來源：policy API｜作用：把條件轉成 runner 可執行的動作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單位：enum｜判讀：下一步從 state／packet／service／endpoint J 讀後果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縮排與回傳決定程式走哪條路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縮排與回傳決定程式走哪條路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這一步只讀一小段程式：看縮排如何選分支，再把動作交回執行器</a:t>
            </a:r>
          </a:p>
        </p:txBody>
      </p:sp>
      <p:sp>
        <p:nvSpPr>
          <p:cNvPr id="6" name="縮排與回傳決定程式走哪條路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縮排與回傳決定程式走哪條路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先看意思</a:t>
            </a:r>
          </a:p>
        </p:txBody>
      </p:sp>
      <p:sp>
        <p:nvSpPr>
          <p:cNvPr id="8" name="縮排與回傳決定程式走哪條路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窗口關閉就不送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...: return SLEEP</a:t>
            </a:r>
          </a:p>
        </p:txBody>
      </p:sp>
      <p:sp>
        <p:nvSpPr>
          <p:cNvPr id="9" name="縮排與回傳決定程式走哪條路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縮排與回傳決定程式走哪條路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縮排做什麼</a:t>
            </a:r>
          </a:p>
        </p:txBody>
      </p:sp>
      <p:sp>
        <p:nvSpPr>
          <p:cNvPr id="11" name="縮排與回傳決定程式走哪條路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把條件放進正確分支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active block</a:t>
            </a:r>
          </a:p>
        </p:txBody>
      </p:sp>
      <p:sp>
        <p:nvSpPr>
          <p:cNvPr id="12" name="縮排與回傳決定程式走哪條路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縮排與回傳決定程式走哪條路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先檢查</a:t>
            </a:r>
          </a:p>
        </p:txBody>
      </p:sp>
      <p:sp>
        <p:nvSpPr>
          <p:cNvPr id="14" name="縮排與回傳決定程式走哪條路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py_compile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只檢查語法、不改檔</a:t>
            </a:r>
          </a:p>
        </p:txBody>
      </p:sp>
      <p:sp>
        <p:nvSpPr>
          <p:cNvPr id="15" name="縮排與回傳決定程式走哪條路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縮排與回傳決定程式走哪條路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縮排與回傳決定程式走哪條路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通過後跑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result／replay pair</a:t>
            </a:r>
          </a:p>
        </p:txBody>
      </p:sp>
      <p:sp>
        <p:nvSpPr>
          <p:cNvPr id="18" name="縮排與回傳決定程式走哪條路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 → 分支 → 回傳 → runner 事件；語法檢查不改內容</a:t>
            </a:r>
          </a:p>
        </p:txBody>
      </p:sp>
      <p:sp>
        <p:nvSpPr>
          <p:cNvPr id="19" name="Field contract retur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return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（回傳）｜來源：policy function｜作用：把一個合法動作交給執行器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單位：動作值｜判讀：語法通過後再看 result／replay 的實際事件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先建立基準結果再比較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先建立基準結果再比較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這一步先保存沒有改動的基準，下一步才比較候選值</a:t>
            </a:r>
          </a:p>
        </p:txBody>
      </p:sp>
      <p:sp>
        <p:nvSpPr>
          <p:cNvPr id="6" name="先建立基準結果再比較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先建立基準結果再比較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固定輸入</a:t>
            </a:r>
          </a:p>
        </p:txBody>
      </p:sp>
      <p:sp>
        <p:nvSpPr>
          <p:cNvPr id="8" name="先建立基準結果再比較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packaged policy＋固定情境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不讀未來結果</a:t>
            </a:r>
          </a:p>
        </p:txBody>
      </p:sp>
      <p:sp>
        <p:nvSpPr>
          <p:cNvPr id="9" name="先建立基準結果再比較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先建立基準結果再比較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執行命令</a:t>
            </a:r>
          </a:p>
        </p:txBody>
      </p:sp>
      <p:sp>
        <p:nvSpPr>
          <p:cNvPr id="11" name="先建立基準結果再比較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2" name="先建立基準結果再比較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先建立基準結果再比較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產生結果</a:t>
            </a:r>
          </a:p>
        </p:txBody>
      </p:sp>
      <p:sp>
        <p:nvSpPr>
          <p:cNvPr id="14" name="先建立基準結果再比較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兩個 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result.json／endpoint-replay.json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原始程式不回寫</a:t>
            </a:r>
          </a:p>
        </p:txBody>
      </p:sp>
      <p:sp>
        <p:nvSpPr>
          <p:cNvPr id="15" name="先建立基準結果再比較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先建立基準結果再比較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先建立基準結果再比較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status: OK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、路徑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service，再成本</a:t>
            </a:r>
          </a:p>
        </p:txBody>
      </p:sp>
      <p:sp>
        <p:nvSpPr>
          <p:cNvPr id="18" name="先建立基準結果再比較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先保存基準，再凍結規則，最後比較候選；結果不能回頭改 block</a:t>
            </a:r>
          </a:p>
        </p:txBody>
      </p:sp>
      <p:sp>
        <p:nvSpPr>
          <p:cNvPr id="19" name="Field contract result_path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（結果檔路徑）｜來源：命令輸出｜作用：定位 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單位：路徑文字｜判讀：網站只匯入 result.json；endpoint replay 只做配對，runner 不是網站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LEO｜核心課堂版</dc:title>
  <dc:creator>C-120 classroom core lane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LoRaEnergySim value, platform setup, policy boundary, and baseline handoff</dc:subject>
  <dc:description>Editable review deck built only from educate slideLayout2.xml</dc:description>
</cp:coreProperties>
</file>