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本頁只做定位。實際檔案是 student_policy.py，區塊是 lab-b-enter-exit-hold，唯一要比較的變數是 STABLE_STEPS。ENTER_QUALITY = 2、EXIT_QUALITY = 1、runner、scenario、schemas 與其他 Lab 區塊保持不變。先建立這個可編輯邊界，再看下一頁的放大修改，不需要閱讀整個函式。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這一頁故意不顯示整段函式。修改前是 STABLE_STEPS = 2，修改後是 STABLE_STEPS = 1。需要連續兩個穩定觀察；一個穩定觀察就成立。除這一行外，檔案、縮排、函式、其他常數與其他 Lab 區塊全部保持不變。完成後先儲存，再依後續頁面的 exact command 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STABLE_STEPS 從 2 改為 1，表示品質達標後不必再等待第二個穩定觀察，quality_ready 與 MODE_CHANGE 可能提早出現。好處可能是更早掌握服務窗口，風險是對短暫品質變化過度反應。依序執行 Trace A baseline、Trace A candidate --freeze 與 withheld Trace B。Windows 只替換 launcher 為 course.cmd，其餘參數不變。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每次案例完成後，依 stdout 的 result_path 找到該次 result.json，到 /course 逐次匯入，並保留同目錄的 endpoint-replay.json。核對 scenario ID 與 run ID 後，先判斷 service，再看封包的送達、重試或逾期，再看狀態分布，最後才讀 endpoint J。預期 quality_ready 或 MODE_CHANGE 可能提早；再看 attempt、retry、delivery、service 與端點焦耳。。若中間事件沒有預期差異，即使最後焦耳不同，也不能直接歸因於本次修改。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本頁只做定位。實際檔案是 student_policy.py，區塊是 lab-c-batch-urgent，唯一要比較的變數是 URGENT_MARGIN_S。BATCH_SIZE = 3、runner、scenario、schemas 與其他 Lab 區塊保持不變。先建立這個可編輯邊界，再看下一頁的放大修改，不需要閱讀整個函式。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的唯一比較值是 URGENT_MARGIN_S。此頁設定為 20 秒。期限剩 20 秒時進入急件分支。BATCH_SIZE 固定為 3，Lab A、Lab B、runner、scenario、schemas 與其他程式行都不變。不要把三個值擠在同一段程式碼中；每次只設定一個值、儲存並執行對應 case。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的唯一比較值是 URGENT_MARGIN_S。此頁設定為 5 秒。等到只剩 5 秒才急送，可能太晚。BATCH_SIZE 固定為 3，Lab A、Lab B、runner、scenario、schemas 與其他程式行都不變。不要把三個值擠在同一段程式碼中；每次只設定一個值、儲存並執行對應 case。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的唯一比較值是 URGENT_MARGIN_S。此頁設定為 30 秒。期限剩 30 秒就急送，較早但可能增加成本。BATCH_SIZE 固定為 3，Lab A、Lab B、runner、scenario、schemas 與其他程式行都不變。不要把三個值擠在同一段程式碼中；每次只設定一個值、儲存並執行對應 case。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URGENT_MARGIN_S 控制的是剩餘期限小於多少秒時，放棄等待批次並使用 SEND_URGENT。5 秒代表等待更久，可能錯過服務窗口或期限；30 秒代表更早急送，可能恢復服務，也可能增加 wake、TX 或處理能量。20 與 30 在固定主要案例中也可能產生相同結果，這種 null contrast 要如實保留，不能硬說 30 一定更好。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依序執行 baseline、candidate、revision --freeze 與 surprise。baseline 使用 20，candidate 使用 5，revision 使用 30 並凍結，surprise 保持同一份 frozen 30，不再修改。Linux、macOS 與 WSL 使用 bash course.sh run；Windows 使用 course.cmd run。每次保存命令輸出的 result_path，不能用上一個案例的路徑。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每次案例完成後，依 stdout 的 result_path 找到該次 result.json，到 /course 逐次匯入，並保留同目錄的 endpoint-replay.json。核對 scenario ID 與 run ID 後，先判斷 service，再看封包的送達、重試或逾期，再看狀態分布，最後才讀 endpoint J。先確認 deadline 與 service；若 20 與 30 結果相同，保留『此案例無差異』，不要硬造改善。。若中間事件沒有預期差異，即使最後焦耳不同，也不能直接歸因於本次修改。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先找到唯一要改的地方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 比較品質需要連續穩定幾步，觀察進入可送模式的時機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檔案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只修改這一份策略檔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標記區塊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只開目前 Lab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唯一變數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其他值與檔案不動</a:t>
            </a:r>
          </a:p>
        </p:txBody>
      </p:sp>
      <p:sp>
        <p:nvSpPr>
          <p:cNvPr id="15" name="B locate boundary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保持不變：ENTER_QUALITY = 2、EXIT_QUALITY = 1、runner、scenario、schemas 與其他 Lab 區塊</a:t>
            </a:r>
          </a:p>
        </p:txBody>
      </p:sp>
      <p:sp>
        <p:nvSpPr>
          <p:cNvPr id="16" name="Field contract STABLE_STEP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（穩定步數）｜來源：student_policy.py marked block｜作用：控制本 Lab 的單一策略差異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單位：設定值｜判讀：只有此值可改，才能把結果差異歸因於本次修改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只改這一行：2 →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兩邊程式結構完全相同；只比較反白的一個值</a:t>
            </a:r>
          </a:p>
        </p:txBody>
      </p:sp>
      <p:sp>
        <p:nvSpPr>
          <p:cNvPr id="6" name="B before"/>
          <p:cNvSpPr/>
          <p:nvPr/>
        </p:nvSpPr>
        <p:spPr>
          <a:xfrm>
            <a:off x="859536" y="1481328"/>
            <a:ext cx="506577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 before heading"/>
          <p:cNvSpPr txBox="1"/>
          <p:nvPr/>
        </p:nvSpPr>
        <p:spPr>
          <a:xfrm>
            <a:off x="1005839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修改前｜Before</a:t>
            </a:r>
          </a:p>
        </p:txBody>
      </p:sp>
      <p:sp>
        <p:nvSpPr>
          <p:cNvPr id="8" name="B before explanation"/>
          <p:cNvSpPr txBox="1"/>
          <p:nvPr/>
        </p:nvSpPr>
        <p:spPr>
          <a:xfrm>
            <a:off x="1005839" y="2011680"/>
            <a:ext cx="4773168" cy="175564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需要連續兩個穩定觀察</a:t>
            </a:r>
          </a:p>
        </p:txBody>
      </p:sp>
      <p:sp>
        <p:nvSpPr>
          <p:cNvPr id="9" name="B after"/>
          <p:cNvSpPr/>
          <p:nvPr/>
        </p:nvSpPr>
        <p:spPr>
          <a:xfrm>
            <a:off x="6254496" y="1481328"/>
            <a:ext cx="506577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 after heading"/>
          <p:cNvSpPr txBox="1"/>
          <p:nvPr/>
        </p:nvSpPr>
        <p:spPr>
          <a:xfrm>
            <a:off x="6400800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修改後｜After</a:t>
            </a:r>
          </a:p>
        </p:txBody>
      </p:sp>
      <p:sp>
        <p:nvSpPr>
          <p:cNvPr id="11" name="B after explanation"/>
          <p:cNvSpPr txBox="1"/>
          <p:nvPr/>
        </p:nvSpPr>
        <p:spPr>
          <a:xfrm>
            <a:off x="6400800" y="2011680"/>
            <a:ext cx="4773168" cy="175564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 = 1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一個穩定觀察就成立</a:t>
            </a:r>
          </a:p>
        </p:txBody>
      </p:sp>
      <p:sp>
        <p:nvSpPr>
          <p:cNvPr id="12" name="B one line diff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唯一修改：2 → 1；進入與退出品質門檻都不變</a:t>
            </a:r>
          </a:p>
        </p:txBody>
      </p:sp>
      <p:sp>
        <p:nvSpPr>
          <p:cNvPr id="13" name="Field contract STABLE_STEP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（本次修改值）｜來源：目前 Lab 的 marked block｜作用：改變策略判斷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單位：依變數定義｜判讀：修改後先做語法檢查，再執行指定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為什麼 2 → 1，接著怎麼執行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需要的穩定觀察變少，可能更早進入可送模式，也可能對短暫品質變化過度反應</a:t>
            </a:r>
          </a:p>
        </p:txBody>
      </p:sp>
      <p:sp>
        <p:nvSpPr>
          <p:cNvPr id="6" name="B two steps"/>
          <p:cNvSpPr/>
          <p:nvPr/>
        </p:nvSpPr>
        <p:spPr>
          <a:xfrm>
            <a:off x="859536" y="1481328"/>
            <a:ext cx="5065776" cy="197510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 two steps heading"/>
          <p:cNvSpPr txBox="1"/>
          <p:nvPr/>
        </p:nvSpPr>
        <p:spPr>
          <a:xfrm>
            <a:off x="1005839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原本需要兩次穩定觀察</a:t>
            </a:r>
          </a:p>
        </p:txBody>
      </p:sp>
      <p:sp>
        <p:nvSpPr>
          <p:cNvPr id="8" name="B two steps explanation"/>
          <p:cNvSpPr txBox="1"/>
          <p:nvPr/>
        </p:nvSpPr>
        <p:spPr>
          <a:xfrm>
            <a:off x="1005839" y="2011680"/>
            <a:ext cx="4773168" cy="1371600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第 1 步看到品質達標：先等待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第 2 步仍達標：才讓 quality_ready 成立</a:t>
            </a:r>
          </a:p>
        </p:txBody>
      </p:sp>
      <p:sp>
        <p:nvSpPr>
          <p:cNvPr id="9" name="B one step"/>
          <p:cNvSpPr/>
          <p:nvPr/>
        </p:nvSpPr>
        <p:spPr>
          <a:xfrm>
            <a:off x="6254496" y="1481328"/>
            <a:ext cx="5065776" cy="1975104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 one step heading"/>
          <p:cNvSpPr txBox="1"/>
          <p:nvPr/>
        </p:nvSpPr>
        <p:spPr>
          <a:xfrm>
            <a:off x="6400800" y="1572768"/>
            <a:ext cx="4773168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改成一次穩定觀察</a:t>
            </a:r>
          </a:p>
        </p:txBody>
      </p:sp>
      <p:sp>
        <p:nvSpPr>
          <p:cNvPr id="11" name="B one step explanation"/>
          <p:cNvSpPr txBox="1"/>
          <p:nvPr/>
        </p:nvSpPr>
        <p:spPr>
          <a:xfrm>
            <a:off x="6400800" y="2011680"/>
            <a:ext cx="4773168" cy="1371600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第 1 步看到品質達標：立刻讓 quality_ready 成立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MODE_CHANGE 可能提早出現</a:t>
            </a:r>
          </a:p>
        </p:txBody>
      </p:sp>
      <p:sp>
        <p:nvSpPr>
          <p:cNvPr id="12" name="Lab B commands"/>
          <p:cNvSpPr/>
          <p:nvPr/>
        </p:nvSpPr>
        <p:spPr>
          <a:xfrm>
            <a:off x="859536" y="3730752"/>
            <a:ext cx="10442448" cy="987552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B commands text"/>
          <p:cNvSpPr txBox="1"/>
          <p:nvPr/>
        </p:nvSpPr>
        <p:spPr>
          <a:xfrm>
            <a:off x="1005839" y="3822191"/>
            <a:ext cx="10149840" cy="804672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 →   </a:t>
            </a: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14" name="Field contract STABLE_STEPS"/>
          <p:cNvSpPr/>
          <p:nvPr/>
        </p:nvSpPr>
        <p:spPr>
          <a:xfrm>
            <a:off x="804672" y="5001768"/>
            <a:ext cx="10561320" cy="713232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（穩定步數）｜來源：Lab B marked block｜作用：決定品質達標要連續維持幾個 step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單位：steps｜判讀：Windows 將 bash course.sh 改為 course.cmd；Trace B 保持 frozen policy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上傳後怎麼解讀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每次只上傳該 run 的 result.json；先確認服務，再解釋原因與能量</a:t>
            </a:r>
          </a:p>
        </p:txBody>
      </p:sp>
      <p:sp>
        <p:nvSpPr>
          <p:cNvPr id="6" name="B upload"/>
          <p:cNvSpPr/>
          <p:nvPr/>
        </p:nvSpPr>
        <p:spPr>
          <a:xfrm>
            <a:off x="859536" y="1481328"/>
            <a:ext cx="5047488" cy="181051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 upload heading"/>
          <p:cNvSpPr txBox="1"/>
          <p:nvPr/>
        </p:nvSpPr>
        <p:spPr>
          <a:xfrm>
            <a:off x="1005839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網站操作</a:t>
            </a:r>
          </a:p>
        </p:txBody>
      </p:sp>
      <p:sp>
        <p:nvSpPr>
          <p:cNvPr id="8" name="B upload explanation"/>
          <p:cNvSpPr txBox="1"/>
          <p:nvPr/>
        </p:nvSpPr>
        <p:spPr>
          <a:xfrm>
            <a:off x="1005839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① 依 stdout 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找檔案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②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選擇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③ 保留同目錄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④ 核對 scenario ID 與 run ID</a:t>
            </a:r>
          </a:p>
        </p:txBody>
      </p:sp>
      <p:sp>
        <p:nvSpPr>
          <p:cNvPr id="9" name="B interpret"/>
          <p:cNvSpPr/>
          <p:nvPr/>
        </p:nvSpPr>
        <p:spPr>
          <a:xfrm>
            <a:off x="6254496" y="1481328"/>
            <a:ext cx="5047488" cy="181051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 interpret heading"/>
          <p:cNvSpPr txBox="1"/>
          <p:nvPr/>
        </p:nvSpPr>
        <p:spPr>
          <a:xfrm>
            <a:off x="6400800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如何回答結果</a:t>
            </a:r>
          </a:p>
        </p:txBody>
      </p:sp>
      <p:sp>
        <p:nvSpPr>
          <p:cNvPr id="11" name="B interpret explanation"/>
          <p:cNvSpPr txBox="1"/>
          <p:nvPr/>
        </p:nvSpPr>
        <p:spPr>
          <a:xfrm>
            <a:off x="6400800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預期 quality_ready 或 MODE_CHANGE 可能提早；再看 attempt、retry、delivery、service 與端點焦耳。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若沒有看到預期事件差異，就不能把最終數值歸因於這次修改。</a:t>
            </a:r>
          </a:p>
        </p:txBody>
      </p:sp>
      <p:sp>
        <p:nvSpPr>
          <p:cNvPr id="12" name="Read service"/>
          <p:cNvSpPr/>
          <p:nvPr/>
        </p:nvSpPr>
        <p:spPr>
          <a:xfrm>
            <a:off x="914400" y="3584448"/>
            <a:ext cx="2231136" cy="62179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① 服務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是否完成任務</a:t>
            </a:r>
          </a:p>
        </p:txBody>
      </p:sp>
      <p:sp>
        <p:nvSpPr>
          <p:cNvPr id="13" name="Read connector 1"/>
          <p:cNvSpPr/>
          <p:nvPr/>
        </p:nvSpPr>
        <p:spPr>
          <a:xfrm>
            <a:off x="3227832" y="3694176"/>
            <a:ext cx="347472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ad packet"/>
          <p:cNvSpPr/>
          <p:nvPr/>
        </p:nvSpPr>
        <p:spPr>
          <a:xfrm>
            <a:off x="3657600" y="3584448"/>
            <a:ext cx="2231136" cy="62179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② 封包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送達／重試／逾期</a:t>
            </a:r>
          </a:p>
        </p:txBody>
      </p:sp>
      <p:sp>
        <p:nvSpPr>
          <p:cNvPr id="15" name="Read connector 2"/>
          <p:cNvSpPr/>
          <p:nvPr/>
        </p:nvSpPr>
        <p:spPr>
          <a:xfrm>
            <a:off x="5971032" y="3694176"/>
            <a:ext cx="347472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ad state"/>
          <p:cNvSpPr/>
          <p:nvPr/>
        </p:nvSpPr>
        <p:spPr>
          <a:xfrm>
            <a:off x="6400800" y="3584448"/>
            <a:ext cx="2231136" cy="62179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③ 狀態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休眠／清醒／傳送</a:t>
            </a:r>
          </a:p>
        </p:txBody>
      </p:sp>
      <p:sp>
        <p:nvSpPr>
          <p:cNvPr id="17" name="Read connector 3"/>
          <p:cNvSpPr/>
          <p:nvPr/>
        </p:nvSpPr>
        <p:spPr>
          <a:xfrm>
            <a:off x="8714232" y="3694176"/>
            <a:ext cx="347472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ad energy"/>
          <p:cNvSpPr/>
          <p:nvPr/>
        </p:nvSpPr>
        <p:spPr>
          <a:xfrm>
            <a:off x="9144000" y="3584448"/>
            <a:ext cx="2231136" cy="62179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④ 端點能量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最後才讀焦耳</a:t>
            </a:r>
          </a:p>
        </p:txBody>
      </p:sp>
      <p:sp>
        <p:nvSpPr>
          <p:cNvPr id="19" name="Field contract MODE_CHANG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（模式變更事件）｜來源：result／replay artifact｜作用：支持本 Lab 的機制判讀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單位：依欄位定義｜判讀：Trace A 的改善必須再由 frozen policy 的 Trace B 檢查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先找到唯一要改的地方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C 比較急件要提前多久送出，觀察期限、服務與能量代價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檔案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只修改這一份策略檔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標記區塊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lab-c-batch-urgent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只開目前 Lab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唯一變數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其他值與檔案不動</a:t>
            </a:r>
          </a:p>
        </p:txBody>
      </p:sp>
      <p:sp>
        <p:nvSpPr>
          <p:cNvPr id="15" name="C locate boundary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保持不變：BATCH_SIZE = 3、runner、scenario、schemas 與其他 Lab 區塊</a:t>
            </a:r>
          </a:p>
        </p:txBody>
      </p:sp>
      <p:sp>
        <p:nvSpPr>
          <p:cNvPr id="16" name="Field contract URGENT_MARGIN_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（急件提前量）｜來源：student_policy.py marked block｜作用：控制本 Lab 的單一策略差異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單位：設定值｜判讀：只有此值可改，才能把結果差異歸因於本次修改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基準值｜Baseline：URGENT_MARGIN_S = 20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這一頁只讀一個值；BATCH_SIZE = 3 與其他程式全部不變</a:t>
            </a:r>
          </a:p>
        </p:txBody>
      </p:sp>
      <p:sp>
        <p:nvSpPr>
          <p:cNvPr id="6" name="Lab C value 20"/>
          <p:cNvSpPr/>
          <p:nvPr/>
        </p:nvSpPr>
        <p:spPr>
          <a:xfrm>
            <a:off x="1883664" y="1481328"/>
            <a:ext cx="8430768" cy="230428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C value 20 heading"/>
          <p:cNvSpPr txBox="1"/>
          <p:nvPr/>
        </p:nvSpPr>
        <p:spPr>
          <a:xfrm>
            <a:off x="2029968" y="1572768"/>
            <a:ext cx="8138160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基準值｜Baseline</a:t>
            </a:r>
          </a:p>
        </p:txBody>
      </p:sp>
      <p:sp>
        <p:nvSpPr>
          <p:cNvPr id="8" name="Lab C value 20 explanation"/>
          <p:cNvSpPr txBox="1"/>
          <p:nvPr/>
        </p:nvSpPr>
        <p:spPr>
          <a:xfrm>
            <a:off x="2029968" y="2011680"/>
            <a:ext cx="8138160" cy="1700784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20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期限剩 20 秒時進入急件分支</a:t>
            </a:r>
          </a:p>
        </p:txBody>
      </p:sp>
      <p:sp>
        <p:nvSpPr>
          <p:cNvPr id="9" name="Lab C 20 causal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只改急件提前量；先預測 SEND_URGENT 時機，再執行對應 case</a:t>
            </a:r>
          </a:p>
        </p:txBody>
      </p:sp>
      <p:sp>
        <p:nvSpPr>
          <p:cNvPr id="10" name="Field contract URGENT_MARGIN_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（急件提前量）｜來源：Lab C marked block｜作用：決定剩餘期限多早進入急件分支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單位：秒｜判讀：數值越大代表越早嘗試急件傳送；是否有利仍由服務與事件證據判斷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候選值｜Candidate：URGENT_MARGIN_S = 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這一頁只讀一個值；BATCH_SIZE = 3 與其他程式全部不變</a:t>
            </a:r>
          </a:p>
        </p:txBody>
      </p:sp>
      <p:sp>
        <p:nvSpPr>
          <p:cNvPr id="6" name="Lab C value 5"/>
          <p:cNvSpPr/>
          <p:nvPr/>
        </p:nvSpPr>
        <p:spPr>
          <a:xfrm>
            <a:off x="1883664" y="1481328"/>
            <a:ext cx="8430768" cy="2304288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C value 5 heading"/>
          <p:cNvSpPr txBox="1"/>
          <p:nvPr/>
        </p:nvSpPr>
        <p:spPr>
          <a:xfrm>
            <a:off x="2029968" y="1572768"/>
            <a:ext cx="8138160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候選值｜Candidate</a:t>
            </a:r>
          </a:p>
        </p:txBody>
      </p:sp>
      <p:sp>
        <p:nvSpPr>
          <p:cNvPr id="8" name="Lab C value 5 explanation"/>
          <p:cNvSpPr txBox="1"/>
          <p:nvPr/>
        </p:nvSpPr>
        <p:spPr>
          <a:xfrm>
            <a:off x="2029968" y="2011680"/>
            <a:ext cx="8138160" cy="1700784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5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等到只剩 5 秒才急送，可能太晚</a:t>
            </a:r>
          </a:p>
        </p:txBody>
      </p:sp>
      <p:sp>
        <p:nvSpPr>
          <p:cNvPr id="9" name="Lab C 5 causal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只改急件提前量；先預測 SEND_URGENT 時機，再執行對應 case</a:t>
            </a:r>
          </a:p>
        </p:txBody>
      </p:sp>
      <p:sp>
        <p:nvSpPr>
          <p:cNvPr id="10" name="Field contract URGENT_MARGIN_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（急件提前量）｜來源：Lab C marked block｜作用：決定剩餘期限多早進入急件分支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單位：秒｜判讀：數值越大代表越早嘗試急件傳送；是否有利仍由服務與事件證據判斷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修訂值｜Revision：URGENT_MARGIN_S = 30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這一頁只讀一個值；BATCH_SIZE = 3 與其他程式全部不變</a:t>
            </a:r>
          </a:p>
        </p:txBody>
      </p:sp>
      <p:sp>
        <p:nvSpPr>
          <p:cNvPr id="6" name="Lab C value 30"/>
          <p:cNvSpPr/>
          <p:nvPr/>
        </p:nvSpPr>
        <p:spPr>
          <a:xfrm>
            <a:off x="1883664" y="1481328"/>
            <a:ext cx="8430768" cy="230428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C value 30 heading"/>
          <p:cNvSpPr txBox="1"/>
          <p:nvPr/>
        </p:nvSpPr>
        <p:spPr>
          <a:xfrm>
            <a:off x="2029968" y="1572768"/>
            <a:ext cx="8138160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修訂值｜Revision</a:t>
            </a:r>
          </a:p>
        </p:txBody>
      </p:sp>
      <p:sp>
        <p:nvSpPr>
          <p:cNvPr id="8" name="Lab C value 30 explanation"/>
          <p:cNvSpPr txBox="1"/>
          <p:nvPr/>
        </p:nvSpPr>
        <p:spPr>
          <a:xfrm>
            <a:off x="2029968" y="2011680"/>
            <a:ext cx="8138160" cy="1700784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30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期限剩 30 秒就急送，較早但可能增加成本</a:t>
            </a:r>
          </a:p>
        </p:txBody>
      </p:sp>
      <p:sp>
        <p:nvSpPr>
          <p:cNvPr id="9" name="Lab C 30 causal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只改急件提前量；先預測 SEND_URGENT 時機，再執行對應 case</a:t>
            </a:r>
          </a:p>
        </p:txBody>
      </p:sp>
      <p:sp>
        <p:nvSpPr>
          <p:cNvPr id="10" name="Field contract URGENT_MARGIN_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（急件提前量）｜來源：Lab C marked block｜作用：決定剩餘期限多早進入急件分支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單位：秒｜判讀：數值越大代表越早嘗試急件傳送；是否有利仍由服務與事件證據判斷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為什麼 5 秒可能太晚，30 秒可能更早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急件門檻控制的是『何時放棄等待批次、改成優先送出』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20 秒｜基準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在期限剩 20 秒時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允許 SEND_URGENT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5 秒｜候選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等待更久才急送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可能錯過窗口或期限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30 秒｜修訂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更早進入急件分支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可能恢復服務，也可能增加能量</a:t>
            </a:r>
          </a:p>
        </p:txBody>
      </p:sp>
      <p:sp>
        <p:nvSpPr>
          <p:cNvPr id="15" name="Lab C mechanism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門檻 → SEND_URGENT 時機 → wake／TX／delivery／deadline → service → endpoint J</a:t>
            </a:r>
          </a:p>
        </p:txBody>
      </p:sp>
      <p:sp>
        <p:nvSpPr>
          <p:cNvPr id="16" name="Field contract deadline_pas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（期限是否通過）｜來源：result service summary｜作用：確認必要封包是否在期限內完成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單位：布林值｜判讀：先確認期限與服務，再比較端點焦耳；較低焦耳但失敗不是改善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四次執行的固定順序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每次先設定正確值，再執行對應 case；revision 才使用 freeze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91056"/>
            <a:ext cx="2505456" cy="233172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baseline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值為 20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--lab C --case baseline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3630168" y="1591056"/>
            <a:ext cx="2505456" cy="2331720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377647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② candidate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3794760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改成 5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--lab C --case candidate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6419088" y="1591056"/>
            <a:ext cx="2505456" cy="233172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656539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③ revision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6583679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改成 30 並凍結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--lab C --case revision --freeze</a:t>
            </a:r>
          </a:p>
        </p:txBody>
      </p:sp>
      <p:sp>
        <p:nvSpPr>
          <p:cNvPr id="15" name="Teaching card 4"/>
          <p:cNvSpPr/>
          <p:nvPr/>
        </p:nvSpPr>
        <p:spPr>
          <a:xfrm>
            <a:off x="9208008" y="1591056"/>
            <a:ext cx="2505456" cy="2331720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card 4 heading"/>
          <p:cNvSpPr txBox="1"/>
          <p:nvPr/>
        </p:nvSpPr>
        <p:spPr>
          <a:xfrm>
            <a:off x="9354312" y="1773936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④ surprise</a:t>
            </a:r>
          </a:p>
        </p:txBody>
      </p:sp>
      <p:sp>
        <p:nvSpPr>
          <p:cNvPr id="17" name="Teaching card 4 body"/>
          <p:cNvSpPr txBox="1"/>
          <p:nvPr/>
        </p:nvSpPr>
        <p:spPr>
          <a:xfrm>
            <a:off x="9372600" y="2487168"/>
            <a:ext cx="2176272" cy="1252728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保持 frozen 30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--lab C --case surprise</a:t>
            </a:r>
          </a:p>
        </p:txBody>
      </p:sp>
      <p:sp>
        <p:nvSpPr>
          <p:cNvPr id="18" name="Lab C launcher rule"/>
          <p:cNvSpPr/>
          <p:nvPr/>
        </p:nvSpPr>
        <p:spPr>
          <a:xfrm>
            <a:off x="859536" y="4160520"/>
            <a:ext cx="10442448" cy="713232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ab C launcher rule text"/>
          <p:cNvSpPr txBox="1"/>
          <p:nvPr/>
        </p:nvSpPr>
        <p:spPr>
          <a:xfrm>
            <a:off x="1005839" y="4251959"/>
            <a:ext cx="10149840" cy="530352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Linux／macOS／WSL：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...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   Windows：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run ...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；每次保存 stdout 的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20" name="Field contract freeze"/>
          <p:cNvSpPr/>
          <p:nvPr/>
        </p:nvSpPr>
        <p:spPr>
          <a:xfrm>
            <a:off x="804672" y="5001768"/>
            <a:ext cx="10561320" cy="713232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freeze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（策略凍結）｜來源：revision 執行選項｜作用：保存要帶入 surprise 的策略身分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單位：狀態｜判讀：freeze 缺失或身分不一致時停止 surprise，不重新修改策略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上傳後怎麼解讀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每次只上傳該 run 的 result.json；先確認服務，再解釋原因與能量</a:t>
            </a:r>
          </a:p>
        </p:txBody>
      </p:sp>
      <p:sp>
        <p:nvSpPr>
          <p:cNvPr id="6" name="C upload"/>
          <p:cNvSpPr/>
          <p:nvPr/>
        </p:nvSpPr>
        <p:spPr>
          <a:xfrm>
            <a:off x="859536" y="1481328"/>
            <a:ext cx="5047488" cy="181051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 upload heading"/>
          <p:cNvSpPr txBox="1"/>
          <p:nvPr/>
        </p:nvSpPr>
        <p:spPr>
          <a:xfrm>
            <a:off x="1005839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網站操作</a:t>
            </a:r>
          </a:p>
        </p:txBody>
      </p:sp>
      <p:sp>
        <p:nvSpPr>
          <p:cNvPr id="8" name="C upload explanation"/>
          <p:cNvSpPr txBox="1"/>
          <p:nvPr/>
        </p:nvSpPr>
        <p:spPr>
          <a:xfrm>
            <a:off x="1005839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① 依 stdout 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找檔案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②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選擇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③ 保留同目錄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④ 核對 scenario ID 與 run ID</a:t>
            </a:r>
          </a:p>
        </p:txBody>
      </p:sp>
      <p:sp>
        <p:nvSpPr>
          <p:cNvPr id="9" name="C interpret"/>
          <p:cNvSpPr/>
          <p:nvPr/>
        </p:nvSpPr>
        <p:spPr>
          <a:xfrm>
            <a:off x="6254496" y="1481328"/>
            <a:ext cx="5047488" cy="181051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 interpret heading"/>
          <p:cNvSpPr txBox="1"/>
          <p:nvPr/>
        </p:nvSpPr>
        <p:spPr>
          <a:xfrm>
            <a:off x="6400800" y="1572768"/>
            <a:ext cx="4754879" cy="420623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如何回答結果</a:t>
            </a:r>
          </a:p>
        </p:txBody>
      </p:sp>
      <p:sp>
        <p:nvSpPr>
          <p:cNvPr id="11" name="C interpret explanation"/>
          <p:cNvSpPr txBox="1"/>
          <p:nvPr/>
        </p:nvSpPr>
        <p:spPr>
          <a:xfrm>
            <a:off x="6400800" y="2011680"/>
            <a:ext cx="4754879" cy="12070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先確認 deadline 與 service；若 20 與 30 結果相同，保留『此案例無差異』，不要硬造改善。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若沒有看到預期事件差異，就不能把最終數值歸因於這次修改。</a:t>
            </a:r>
          </a:p>
        </p:txBody>
      </p:sp>
      <p:sp>
        <p:nvSpPr>
          <p:cNvPr id="12" name="Read service"/>
          <p:cNvSpPr/>
          <p:nvPr/>
        </p:nvSpPr>
        <p:spPr>
          <a:xfrm>
            <a:off x="914400" y="3584448"/>
            <a:ext cx="2231136" cy="62179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① 服務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是否完成任務</a:t>
            </a:r>
          </a:p>
        </p:txBody>
      </p:sp>
      <p:sp>
        <p:nvSpPr>
          <p:cNvPr id="13" name="Read connector 1"/>
          <p:cNvSpPr/>
          <p:nvPr/>
        </p:nvSpPr>
        <p:spPr>
          <a:xfrm>
            <a:off x="3227832" y="3694176"/>
            <a:ext cx="347472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ad packet"/>
          <p:cNvSpPr/>
          <p:nvPr/>
        </p:nvSpPr>
        <p:spPr>
          <a:xfrm>
            <a:off x="3657600" y="3584448"/>
            <a:ext cx="2231136" cy="62179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② 封包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送達／重試／逾期</a:t>
            </a:r>
          </a:p>
        </p:txBody>
      </p:sp>
      <p:sp>
        <p:nvSpPr>
          <p:cNvPr id="15" name="Read connector 2"/>
          <p:cNvSpPr/>
          <p:nvPr/>
        </p:nvSpPr>
        <p:spPr>
          <a:xfrm>
            <a:off x="5971032" y="3694176"/>
            <a:ext cx="347472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ad state"/>
          <p:cNvSpPr/>
          <p:nvPr/>
        </p:nvSpPr>
        <p:spPr>
          <a:xfrm>
            <a:off x="6400800" y="3584448"/>
            <a:ext cx="2231136" cy="62179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③ 狀態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休眠／清醒／傳送</a:t>
            </a:r>
          </a:p>
        </p:txBody>
      </p:sp>
      <p:sp>
        <p:nvSpPr>
          <p:cNvPr id="17" name="Read connector 3"/>
          <p:cNvSpPr/>
          <p:nvPr/>
        </p:nvSpPr>
        <p:spPr>
          <a:xfrm>
            <a:off x="8714232" y="3694176"/>
            <a:ext cx="347472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ad energy"/>
          <p:cNvSpPr/>
          <p:nvPr/>
        </p:nvSpPr>
        <p:spPr>
          <a:xfrm>
            <a:off x="9144000" y="3584448"/>
            <a:ext cx="2231136" cy="62179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④ 端點能量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最後才讀焦耳</a:t>
            </a:r>
          </a:p>
        </p:txBody>
      </p:sp>
      <p:sp>
        <p:nvSpPr>
          <p:cNvPr id="19" name="Field contract deadline_pas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（期限是否通過）｜來源：result／replay artifact｜作用：支持本 Lab 的機制判讀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單位：依欄位定義｜判讀：5 秒失敗或 30 秒恢復都要由本次 result／replay 證據支持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LoRaEnergySim + LEO｜核心課堂版</dc:title>
  <dc:creator>C-120 classroom core lane</dc:creator>
  <cp:lastModifiedBy>柏宏 吳</cp:lastModifiedBy>
  <cp:revision>1493</cp:revision>
  <dcterms:created xsi:type="dcterms:W3CDTF">2019-10-21T01:22:34Z</dcterms:created>
  <dcterms:modified xsi:type="dcterms:W3CDTF">2025-12-10T11:42:30Z</dcterms:modified>
  <dc:subject>Lab B and Lab C classroom fallback pages</dc:subject>
  <dc:description>Editable review deck built only from educate slideLayout2.xml</dc:description>
</cp:coreProperties>
</file>