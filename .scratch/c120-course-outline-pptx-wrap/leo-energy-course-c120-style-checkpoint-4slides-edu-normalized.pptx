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517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r>
              <a:rPr lang="en-US" sz="3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2DB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1722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722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72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1722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536F87">
              <a:alpha val="88000"/>
            </a:srgbClr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1722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17223B"/>
          </a:solidFill>
          <a:ln w="12700">
            <a:solidFill>
              <a:srgbClr val="17223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536F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22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2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23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2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F73C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73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8F73C9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7223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DC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1856232"/>
            <a:ext cx="13258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7028" y="18745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r>
              <a:rPr lang="en-US" sz="162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856232"/>
            <a:ext cx="21031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18745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67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92224"/>
            <a:ext cx="2157984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67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8105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3865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7432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56064" y="1856232"/>
            <a:ext cx="1719072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1874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3785616"/>
            <a:ext cx="1517904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3803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85616"/>
            <a:ext cx="132588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6F8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74536" y="3803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r>
              <a:rPr lang="en-US" sz="167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44" name="Shape 42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4809744"/>
            <a:ext cx="1865376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" y="4828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809744"/>
            <a:ext cx="148132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64424" y="48280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｜把焦耳花在值得的服務上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490472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 · 69–92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182112" y="96012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有限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budget 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與短窗口下，資料何時送、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 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或</a:t>
            </a:r>
            <a:r>
              <a:rPr lang="en-US" sz="20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r>
              <a:rPr lang="en-US" sz="20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？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7498080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673352"/>
            <a:ext cx="2670048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169164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六格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MISSION BOARD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17190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· NOT LIVE · NOT MEASURED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2688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67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276856"/>
            <a:ext cx="182880" cy="182880"/>
          </a:xfrm>
          <a:prstGeom prst="ellipse">
            <a:avLst/>
          </a:prstGeom>
          <a:solidFill>
            <a:srgbClr val="EB675C"/>
          </a:solidFill>
          <a:ln w="12700">
            <a:solidFill>
              <a:srgbClr val="EB675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98448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2276856"/>
            <a:ext cx="182880" cy="182880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PERIODIC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02352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276856"/>
            <a:ext cx="182880" cy="182880"/>
          </a:xfrm>
          <a:prstGeom prst="ellipse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68112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BULK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｜大量資料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2862072"/>
            <a:ext cx="1042416" cy="603504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5665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48256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93976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63824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9544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9392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25112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94960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40680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10528" y="2862072"/>
            <a:ext cx="1042416" cy="603504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624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5665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56657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" y="3584448"/>
            <a:ext cx="6986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學員排程直接成為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actual timeline input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394192" y="1517904"/>
            <a:ext cx="3328416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86216" y="1673352"/>
            <a:ext cx="2944368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59368" y="169164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一次修訂，之後凍結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05088" y="2112264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6F8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213055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｜預測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baseline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66960" y="2450592"/>
            <a:ext cx="0" cy="73152"/>
          </a:xfrm>
          <a:prstGeom prst="line">
            <a:avLst/>
          </a:prstGeom>
          <a:noFill/>
          <a:ln w="1905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05088" y="2551176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256946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｜安排＋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66960" y="2889504"/>
            <a:ext cx="0" cy="73152"/>
          </a:xfrm>
          <a:prstGeom prst="line">
            <a:avLst/>
          </a:prstGeom>
          <a:noFill/>
          <a:ln w="1905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05088" y="2990088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B7C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0" y="300837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｜只修一次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66960" y="3328416"/>
            <a:ext cx="0" cy="73152"/>
          </a:xfrm>
          <a:prstGeom prst="line">
            <a:avLst/>
          </a:prstGeom>
          <a:noFill/>
          <a:ln w="1905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05088" y="3429000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67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78240" y="344728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en-US" sz="1600" b="1" dirty="0">
                <a:solidFill>
                  <a:srgbClr val="EB675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→ withheld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3232" y="4078224"/>
            <a:ext cx="384048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2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536" y="4233672"/>
            <a:ext cx="841248" cy="320040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32688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1847088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 · received time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663440" y="4078224"/>
            <a:ext cx="310896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2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9744" y="4233672"/>
            <a:ext cx="841248" cy="320040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82896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797296" y="4160520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→ cumulative J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remaining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882128" y="4078224"/>
            <a:ext cx="384048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2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28432" y="4233672"/>
            <a:ext cx="841248" cy="320040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01584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效率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9015984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bits
canonical bit/J
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不另造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ratio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3232" y="5020056"/>
            <a:ext cx="6784848" cy="7040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67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6112" y="5148072"/>
            <a:ext cx="960120" cy="310896"/>
          </a:xfrm>
          <a:prstGeom prst="roundRect">
            <a:avLst/>
          </a:prstGeom>
          <a:solidFill>
            <a:srgbClr val="EB675C"/>
          </a:solidFill>
          <a:ln w="12700">
            <a:solidFill>
              <a:srgbClr val="EB675C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69264" y="5166360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2057400" y="5074920"/>
            <a:ext cx="5184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 miss 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即使</a:t>
            </a: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bit/J 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上升，</a:t>
            </a: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仍不能宣稱</a:t>
            </a: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mission winner</a:t>
            </a: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7671816" y="5020056"/>
            <a:ext cx="4050792" cy="7040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54696" y="5138928"/>
            <a:ext cx="1005840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927848" y="515721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9034272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合法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reset → surprise alert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749808" y="57972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bit/J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3675888" y="57972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｜六格＋一次修訂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7680960" y="5797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state · parity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783080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483864" y="960120"/>
            <a:ext cx="8147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prediction score</a:t>
            </a:r>
            <a:r>
              <a:rPr lang="en-US" sz="21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，真的比</a:t>
            </a:r>
            <a:r>
              <a:rPr lang="en-US" sz="21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r>
              <a:rPr lang="en-US" sz="21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更能證明節能？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3657600" cy="289864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2DB7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1517904"/>
            <a:ext cx="2834640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6F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1232" y="1517904"/>
            <a:ext cx="4151376" cy="289864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EA9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82496"/>
            <a:ext cx="3291840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170078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AVAILABILITY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12140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2DB7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13969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age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2688" y="248716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2DB7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50545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 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剩餘｜現在可得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" y="285292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536F8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87121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｜需判讀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321868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EB67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23697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service</a:t>
            </a:r>
            <a:r>
              <a:rPr lang="en-US" sz="1600" b="1" dirty="0">
                <a:solidFill>
                  <a:srgbClr val="EB675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358444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EB67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60273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received time</a:t>
            </a:r>
            <a:r>
              <a:rPr lang="en-US" sz="1600" b="1" dirty="0">
                <a:solidFill>
                  <a:srgbClr val="EB675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" y="4014216"/>
            <a:ext cx="3182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：必須看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timestamp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1645920"/>
            <a:ext cx="2615184" cy="53035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166420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ACTION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2276856"/>
            <a:ext cx="2615184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36592" y="22951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NOW 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2724912"/>
            <a:ext cx="2615184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67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2743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B6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REJECTED 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3440" y="3310128"/>
            <a:ext cx="1188720" cy="5212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36592" y="3438144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43600" y="3310128"/>
            <a:ext cx="1335024" cy="5212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07608" y="343814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｜等／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63440" y="3922776"/>
            <a:ext cx="2615184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36592" y="39410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70832" y="3108960"/>
            <a:ext cx="182880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8352" y="3108960"/>
            <a:ext cx="182880" cy="0"/>
          </a:xfrm>
          <a:prstGeom prst="line">
            <a:avLst/>
          </a:prstGeom>
          <a:noFill/>
          <a:ln w="22860">
            <a:solidFill>
              <a:srgbClr val="2DB7C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54112" y="1682496"/>
            <a:ext cx="3785616" cy="347472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27264" y="170078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TRACE B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0" y="2121408"/>
            <a:ext cx="3749040" cy="7863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6F8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10144" y="2231136"/>
            <a:ext cx="3273552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6F8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83296" y="22494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SCORE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010144" y="262432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模型輸出｜不進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energy formula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772400" y="3108960"/>
            <a:ext cx="3749040" cy="1078992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EA9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10144" y="3255264"/>
            <a:ext cx="3273552" cy="320040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83296" y="3273552"/>
            <a:ext cx="3127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FROZEN-ACTION EVIDENCE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3685032"/>
            <a:ext cx="3273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freshness · deadline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20" dirty="0"/>
          </a:p>
        </p:txBody>
      </p:sp>
      <p:sp>
        <p:nvSpPr>
          <p:cNvPr id="47" name="Shape 45"/>
          <p:cNvSpPr/>
          <p:nvPr/>
        </p:nvSpPr>
        <p:spPr>
          <a:xfrm>
            <a:off x="713232" y="4599432"/>
            <a:ext cx="6812280" cy="1042416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DB7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6112" y="4764024"/>
            <a:ext cx="960120" cy="320040"/>
          </a:xfrm>
          <a:prstGeom prst="roundRect">
            <a:avLst/>
          </a:prstGeom>
          <a:solidFill>
            <a:srgbClr val="2DB7C4"/>
          </a:solidFill>
          <a:ln w="12700">
            <a:solidFill>
              <a:srgbClr val="2DB7C4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9264" y="4782312"/>
            <a:ext cx="813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2048256" y="47091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saving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2048256" y="51389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 → J → bounded claim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7717536" y="4599432"/>
            <a:ext cx="4005072" cy="1042416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0416" y="4764024"/>
            <a:ext cx="1005840" cy="320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73568" y="4782312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9079992" y="48006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tooltip → fallback → shift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7936992" y="5230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模擬｜非即時｜非量測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749808" y="579729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2DB7C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2DB7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energy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3584448" y="57972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actions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7662672" y="57972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browser · parity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寬螢幕</PresentationFormat>
  <Paragraphs>147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標楷體</vt:lpstr>
      <vt:lpstr>Arial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— four-slide style checkpoint</dc:title>
  <dc:subject>Approved two-slide donor style plus current C-120 Lab C and evidence-clinic stress tests</dc:subject>
  <dc:creator>C-120 four-slide style checkpoint</dc:creator>
  <cp:lastModifiedBy>柏宏 吳</cp:lastModifiedBy>
  <cp:revision>1</cp:revision>
  <dcterms:created xsi:type="dcterms:W3CDTF">2026-08-10T11:17:05Z</dcterms:created>
  <dcterms:modified xsi:type="dcterms:W3CDTF">2026-08-10T11:18:25Z</dcterms:modified>
</cp:coreProperties>
</file>