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3" name="Image 1" descr="Template footer divi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  <p:pic>
        <p:nvPicPr>
          <p:cNvPr id="4" name="Image 2" descr="Template programm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154" y="0"/>
            <a:ext cx="2265426" cy="32360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01177" y="2312335"/>
            <a:ext cx="0" cy="761970"/>
          </a:xfrm>
          <a:prstGeom prst="line">
            <a:avLst/>
          </a:prstGeom>
          <a:noFill/>
          <a:ln w="38100">
            <a:solidFill>
              <a:srgbClr val="35377F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683697" y="2844150"/>
            <a:ext cx="10943173" cy="0"/>
          </a:xfrm>
          <a:prstGeom prst="line">
            <a:avLst/>
          </a:prstGeom>
          <a:noFill/>
          <a:ln w="38100">
            <a:solidFill>
              <a:srgbClr val="35377F"/>
            </a:solidFill>
            <a:prstDash val="solid"/>
          </a:ln>
        </p:spPr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1132393" y="1581180"/>
            <a:ext cx="1036317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1780154" y="2935773"/>
            <a:ext cx="8534370" cy="1438077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dirty="0">
                <a:solidFill>
                  <a:srgbClr val="00000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sp>
        <p:nvSpPr>
          <p:cNvPr id="7" name="Text 3"/>
          <p:cNvSpPr/>
          <p:nvPr>
            <p:ph idx="105" type="title" hasCustomPrompt="1"/>
          </p:nvPr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56591" y="960120"/>
            <a:ext cx="11234420" cy="509968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00000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pic>
        <p:nvPicPr>
          <p:cNvPr id="9" name="Image 2" descr="Template footer divi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｜同一份任務，快做還是慢做？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664208" cy="365760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784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 · 18–41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54203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960120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、同一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：低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一定比較省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嗎？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53619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先預測三條</a:t>
            </a:r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power–time </a:t>
            </a:r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路徑</a:t>
            </a:r>
            <a:endParaRPr lang="en-US" sz="185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155448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42048" y="15544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9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8120" y="1828800"/>
            <a:ext cx="0" cy="2505456"/>
          </a:xfrm>
          <a:prstGeom prst="line">
            <a:avLst/>
          </a:prstGeom>
          <a:noFill/>
          <a:ln w="25400">
            <a:solidFill>
              <a:srgbClr val="9B79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49808" y="1938528"/>
            <a:ext cx="1508760" cy="566928"/>
          </a:xfrm>
          <a:prstGeom prst="roundRect">
            <a:avLst/>
          </a:prstGeom>
          <a:solidFill>
            <a:srgbClr val="DCEBF0"/>
          </a:solidFill>
          <a:ln w="17780">
            <a:solidFill>
              <a:srgbClr val="28B8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0116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450592" y="1938528"/>
            <a:ext cx="484632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938528"/>
            <a:ext cx="91440" cy="566928"/>
          </a:xfrm>
          <a:prstGeom prst="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9192" y="202996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較低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06640" y="2221992"/>
            <a:ext cx="347472" cy="0"/>
          </a:xfrm>
          <a:prstGeom prst="line">
            <a:avLst/>
          </a:prstGeom>
          <a:noFill/>
          <a:ln w="19050">
            <a:solidFill>
              <a:srgbClr val="C9D2D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49808" y="2761488"/>
            <a:ext cx="150876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36F8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83464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2450592" y="2761488"/>
            <a:ext cx="361188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536F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2761488"/>
            <a:ext cx="91440" cy="566928"/>
          </a:xfrm>
          <a:prstGeom prst="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9192" y="28529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中間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｜中間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active time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2200" y="3044952"/>
            <a:ext cx="1527048" cy="0"/>
          </a:xfrm>
          <a:prstGeom prst="line">
            <a:avLst/>
          </a:prstGeom>
          <a:noFill/>
          <a:ln w="19050">
            <a:solidFill>
              <a:srgbClr val="C9D2D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227064" y="282549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留一些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idle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" y="3584448"/>
            <a:ext cx="1508760" cy="566928"/>
          </a:xfrm>
          <a:prstGeom prst="roundRect">
            <a:avLst/>
          </a:prstGeom>
          <a:solidFill>
            <a:srgbClr val="DDEAE2"/>
          </a:solidFill>
          <a:ln w="17780">
            <a:solidFill>
              <a:srgbClr val="4EA9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65760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BURST → SLEEP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450592" y="3584448"/>
            <a:ext cx="23042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EA9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3584448"/>
            <a:ext cx="91440" cy="566928"/>
          </a:xfrm>
          <a:prstGeom prst="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79192" y="36758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較高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｜快速完成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864608" y="3867912"/>
            <a:ext cx="2834640" cy="0"/>
          </a:xfrm>
          <a:prstGeom prst="line">
            <a:avLst/>
          </a:prstGeom>
          <a:noFill/>
          <a:ln w="19050">
            <a:solidFill>
              <a:srgbClr val="C9D2D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919472" y="3648456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提早</a:t>
            </a:r>
            <a:pPr algn="ct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65008" y="2980944"/>
            <a:ext cx="329184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485632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學生操作</a:t>
            </a:r>
            <a:endParaRPr lang="en-US" sz="1850" dirty="0"/>
          </a:p>
        </p:txBody>
      </p:sp>
      <p:sp>
        <p:nvSpPr>
          <p:cNvPr id="33" name="Shape 31"/>
          <p:cNvSpPr/>
          <p:nvPr/>
        </p:nvSpPr>
        <p:spPr>
          <a:xfrm>
            <a:off x="8503920" y="1975104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20208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B8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125712" y="1956816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 · J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· bit/J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732520" y="2459736"/>
            <a:ext cx="0" cy="283464"/>
          </a:xfrm>
          <a:prstGeom prst="line">
            <a:avLst/>
          </a:prstGeom>
          <a:noFill/>
          <a:ln w="17780">
            <a:solidFill>
              <a:srgbClr val="C9D2D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03920" y="2770632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4EA9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8163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2752344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candidate → RUN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732520" y="3255264"/>
            <a:ext cx="0" cy="283464"/>
          </a:xfrm>
          <a:prstGeom prst="line">
            <a:avLst/>
          </a:prstGeom>
          <a:noFill/>
          <a:ln w="17780">
            <a:solidFill>
              <a:srgbClr val="C9D2D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03920" y="3566160"/>
            <a:ext cx="457200" cy="457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9B79D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03920" y="3611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79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9125712" y="3547872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揭開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fixed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idle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wakeup cost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485632" y="4224528"/>
            <a:ext cx="3145536" cy="365760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49640" y="42428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</a:t>
            </a:r>
            <a:pPr algn="ctr" indent="0" marL="0">
              <a:buNone/>
            </a:pPr>
            <a:r>
              <a:rPr lang="en-US" sz="162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｜同一情境｜未驗證</a:t>
            </a:r>
            <a:endParaRPr lang="en-US" sz="1620" dirty="0"/>
          </a:p>
        </p:txBody>
      </p:sp>
      <p:sp>
        <p:nvSpPr>
          <p:cNvPr id="46" name="Shape 44"/>
          <p:cNvSpPr/>
          <p:nvPr/>
        </p:nvSpPr>
        <p:spPr>
          <a:xfrm>
            <a:off x="713232" y="4754880"/>
            <a:ext cx="8001000" cy="85039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50109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同一時間軸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2395728" y="49103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889504" y="5138928"/>
            <a:ext cx="49377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3456432" y="49286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718304" y="5138928"/>
            <a:ext cx="47548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5257800" y="49103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687568" y="5138928"/>
            <a:ext cx="49377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254496" y="491947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223760" y="5138928"/>
            <a:ext cx="49377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7754112" y="4910328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8887968" y="4754880"/>
            <a:ext cx="2834640" cy="850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A97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89136" y="48463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≠ 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59" name="Text 57"/>
          <p:cNvSpPr txBox="1"/>
          <p:nvPr/>
        </p:nvSpPr>
        <p:spPr>
          <a:xfrm>
            <a:off x="9089136" y="52212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50" dirty="0"/>
          </a:p>
        </p:txBody>
      </p:sp>
      <p:sp>
        <p:nvSpPr>
          <p:cNvPr id="60" name="Text 58"/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62" name="Text 3"/>
          <p:cNvSpPr/>
          <p:nvPr>
            <p:ph idx="105" type="title" hasCustomPrompt="1"/>
          </p:nvPr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63" name="Text 3"/>
          <p:cNvSpPr/>
          <p:nvPr>
            <p:ph idx="106" type="body" hasCustomPrompt="1"/>
          </p:nvPr>
        </p:nvSpPr>
        <p:spPr>
          <a:xfrm>
            <a:off x="656591" y="960120"/>
            <a:ext cx="11234420" cy="5099685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847088" cy="365760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784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72491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538728" y="96012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比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更能證明節能嗎？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55448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示例</a:t>
            </a:r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prediction score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59536" y="1929384"/>
            <a:ext cx="1207008" cy="12070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9B7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218541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2860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523744" y="1929384"/>
            <a:ext cx="1207008" cy="12070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36F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87752" y="218541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291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只回答：模型預測得多準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3703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尚未回答：是否真的省</a:t>
            </a:r>
            <a:pPr algn="ctr" indent="0" marL="0">
              <a:buNone/>
            </a:pPr>
            <a:r>
              <a:rPr lang="en-US" sz="180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13048" y="2788920"/>
            <a:ext cx="438912" cy="0"/>
          </a:xfrm>
          <a:prstGeom prst="line">
            <a:avLst/>
          </a:prstGeom>
          <a:noFill/>
          <a:ln w="2794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315968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evidence gate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4352544" y="1920240"/>
            <a:ext cx="2670048" cy="5669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EA9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202996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</a:t>
            </a:r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pPr algn="ctr" indent="0" marL="0">
              <a:buNone/>
            </a:pPr>
            <a:r>
              <a:rPr lang="en-US" sz="17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✓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4352544" y="2651760"/>
            <a:ext cx="2670048" cy="67665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34B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7136" y="279806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</a:t>
            </a:r>
            <a:pPr algn="ctr" indent="0" marL="0">
              <a:buNone/>
            </a:pPr>
            <a:r>
              <a:rPr lang="en-US" sz="170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pPr algn="ctr" indent="0" marL="0">
              <a:buNone/>
            </a:pPr>
            <a:r>
              <a:rPr lang="en-US" sz="170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687568" y="3401568"/>
            <a:ext cx="0" cy="347472"/>
          </a:xfrm>
          <a:prstGeom prst="line">
            <a:avLst/>
          </a:prstGeom>
          <a:noFill/>
          <a:ln w="2413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52544" y="3822192"/>
            <a:ext cx="2670048" cy="6766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7136" y="395020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14032" y="2788920"/>
            <a:ext cx="438912" cy="0"/>
          </a:xfrm>
          <a:prstGeom prst="line">
            <a:avLst/>
          </a:prstGeom>
          <a:noFill/>
          <a:ln w="2794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607808" y="155448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replay </a:t>
            </a:r>
            <a:pPr algn="ctr" indent="0" marL="0">
              <a:buNone/>
            </a:pPr>
            <a:r>
              <a:rPr lang="en-US" sz="18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才能檢驗能源紀錄</a:t>
            </a:r>
            <a:endParaRPr lang="en-US" sz="1850" dirty="0"/>
          </a:p>
        </p:txBody>
      </p:sp>
      <p:sp>
        <p:nvSpPr>
          <p:cNvPr id="26" name="Text 24"/>
          <p:cNvSpPr txBox="1"/>
          <p:nvPr/>
        </p:nvSpPr>
        <p:spPr>
          <a:xfrm>
            <a:off x="7717536" y="20116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B8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997696" y="2185416"/>
            <a:ext cx="384048" cy="0"/>
          </a:xfrm>
          <a:prstGeom prst="line">
            <a:avLst/>
          </a:prstGeom>
          <a:noFill/>
          <a:ln w="2413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418320" y="201168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0789920" y="2185416"/>
            <a:ext cx="365760" cy="0"/>
          </a:xfrm>
          <a:prstGeom prst="line">
            <a:avLst/>
          </a:prstGeom>
          <a:noFill/>
          <a:ln w="2413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1192256" y="199339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7662672" y="2615184"/>
            <a:ext cx="3968496" cy="14447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EA9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779776"/>
            <a:ext cx="3383280" cy="384048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9288" y="279806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 RECORD</a:t>
            </a:r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｜待驗證</a:t>
            </a:r>
            <a:endParaRPr lang="en-US" sz="1650" dirty="0"/>
          </a:p>
        </p:txBody>
      </p:sp>
      <p:sp>
        <p:nvSpPr>
          <p:cNvPr id="34" name="Text 32"/>
          <p:cNvSpPr txBox="1"/>
          <p:nvPr/>
        </p:nvSpPr>
        <p:spPr>
          <a:xfrm>
            <a:off x="7882128" y="325526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 · freshness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7882128" y="362102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662672" y="4233672"/>
            <a:ext cx="3968496" cy="365760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26680" y="4251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</a:t>
            </a:r>
            <a:pPr algn="ct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→ same trace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713232" y="4773168"/>
            <a:ext cx="11009376" cy="8503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79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0976" y="485546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≠ saving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｜還要看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40" name="Text 38"/>
          <p:cNvSpPr txBox="1"/>
          <p:nvPr/>
        </p:nvSpPr>
        <p:spPr>
          <a:xfrm>
            <a:off x="7278624" y="4818888"/>
            <a:ext cx="4169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</a:t>
            </a:r>
            <a:endParaRPr lang="en-US" sz="1650" dirty="0"/>
          </a:p>
          <a:p>
            <a:pPr algn="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J → bounded claim</a:t>
            </a:r>
            <a:endParaRPr lang="en-US" sz="1650" dirty="0"/>
          </a:p>
        </p:txBody>
      </p:sp>
      <p:sp>
        <p:nvSpPr>
          <p:cNvPr id="41" name="Text 39"/>
          <p:cNvSpPr txBox="1"/>
          <p:nvPr/>
        </p:nvSpPr>
        <p:spPr>
          <a:xfrm>
            <a:off x="7845552" y="5349240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狀態：流程與數值皆未驗證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44" name="Text 3"/>
          <p:cNvSpPr/>
          <p:nvPr>
            <p:ph idx="105" type="title" hasCustomPrompt="1"/>
          </p:nvPr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5" name="Text 3"/>
          <p:cNvSpPr/>
          <p:nvPr>
            <p:ph idx="106" type="body" hasCustomPrompt="1"/>
          </p:nvPr>
        </p:nvSpPr>
        <p:spPr>
          <a:xfrm>
            <a:off x="656591" y="960120"/>
            <a:ext cx="11234420" cy="5099685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C-120 donor-style extension content</dc:title>
  <dc:subject>Editable content slides for Lab A and the evidence clinic</dc:subject>
  <dc:creator>C-120 donor-style four-slide test</dc:creator>
  <cp:lastModifiedBy>C-120 donor-style four-slide test</cp:lastModifiedBy>
  <cp:revision>1</cp:revision>
  <dcterms:created xsi:type="dcterms:W3CDTF">2026-08-10T15:07:05Z</dcterms:created>
  <dcterms:modified xsi:type="dcterms:W3CDTF">2026-08-10T15:07:05Z</dcterms:modified>
</cp:coreProperties>
</file>